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7" r:id="rId5"/>
    <p:sldId id="317" r:id="rId6"/>
    <p:sldId id="296" r:id="rId7"/>
    <p:sldId id="295" r:id="rId8"/>
    <p:sldId id="325" r:id="rId9"/>
    <p:sldId id="313" r:id="rId10"/>
    <p:sldId id="323" r:id="rId11"/>
    <p:sldId id="335" r:id="rId12"/>
    <p:sldId id="331" r:id="rId13"/>
    <p:sldId id="330" r:id="rId14"/>
    <p:sldId id="332" r:id="rId15"/>
    <p:sldId id="333" r:id="rId16"/>
    <p:sldId id="334" r:id="rId17"/>
    <p:sldId id="320" r:id="rId18"/>
    <p:sldId id="312" r:id="rId19"/>
    <p:sldId id="321" r:id="rId20"/>
    <p:sldId id="327" r:id="rId21"/>
    <p:sldId id="32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7A552D-75D8-41AD-9399-963FC35F4337}" v="131" dt="2026-02-02T17:51:00.9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62" autoAdjust="0"/>
    <p:restoredTop sz="94660"/>
  </p:normalViewPr>
  <p:slideViewPr>
    <p:cSldViewPr snapToGrid="0">
      <p:cViewPr varScale="1">
        <p:scale>
          <a:sx n="82" d="100"/>
          <a:sy n="82" d="100"/>
        </p:scale>
        <p:origin x="65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0122934" userId="255eb65d-205d-4cd7-9a71-a60d1636892c" providerId="ADAL" clId="{8C150BB2-9218-488B-B012-E3F261622E26}"/>
    <pc:docChg chg="undo redo custSel addSld delSld modSld sldOrd">
      <pc:chgData name="S0122934" userId="255eb65d-205d-4cd7-9a71-a60d1636892c" providerId="ADAL" clId="{8C150BB2-9218-488B-B012-E3F261622E26}" dt="2026-02-10T04:53:49.601" v="1046" actId="20577"/>
      <pc:docMkLst>
        <pc:docMk/>
      </pc:docMkLst>
      <pc:sldChg chg="modSp mod">
        <pc:chgData name="S0122934" userId="255eb65d-205d-4cd7-9a71-a60d1636892c" providerId="ADAL" clId="{8C150BB2-9218-488B-B012-E3F261622E26}" dt="2026-02-10T04:53:49.601" v="1046" actId="20577"/>
        <pc:sldMkLst>
          <pc:docMk/>
          <pc:sldMk cId="1163416551" sldId="257"/>
        </pc:sldMkLst>
        <pc:spChg chg="mod">
          <ac:chgData name="S0122934" userId="255eb65d-205d-4cd7-9a71-a60d1636892c" providerId="ADAL" clId="{8C150BB2-9218-488B-B012-E3F261622E26}" dt="2026-01-31T17:20:16.736" v="141" actId="113"/>
          <ac:spMkLst>
            <pc:docMk/>
            <pc:sldMk cId="1163416551" sldId="257"/>
            <ac:spMk id="3" creationId="{752E4941-D40E-D559-EC5F-82F775941177}"/>
          </ac:spMkLst>
        </pc:spChg>
        <pc:spChg chg="mod">
          <ac:chgData name="S0122934" userId="255eb65d-205d-4cd7-9a71-a60d1636892c" providerId="ADAL" clId="{8C150BB2-9218-488B-B012-E3F261622E26}" dt="2026-01-31T17:15:35.502" v="12" actId="2711"/>
          <ac:spMkLst>
            <pc:docMk/>
            <pc:sldMk cId="1163416551" sldId="257"/>
            <ac:spMk id="4" creationId="{5C0D2341-1B8A-28AF-BC57-B027F141E9D9}"/>
          </ac:spMkLst>
        </pc:spChg>
        <pc:spChg chg="mod">
          <ac:chgData name="S0122934" userId="255eb65d-205d-4cd7-9a71-a60d1636892c" providerId="ADAL" clId="{8C150BB2-9218-488B-B012-E3F261622E26}" dt="2026-02-10T04:53:49.601" v="1046" actId="20577"/>
          <ac:spMkLst>
            <pc:docMk/>
            <pc:sldMk cId="1163416551" sldId="257"/>
            <ac:spMk id="8" creationId="{690691C3-AA79-C346-9DE5-58563B723991}"/>
          </ac:spMkLst>
        </pc:spChg>
        <pc:spChg chg="mod">
          <ac:chgData name="S0122934" userId="255eb65d-205d-4cd7-9a71-a60d1636892c" providerId="ADAL" clId="{8C150BB2-9218-488B-B012-E3F261622E26}" dt="2026-02-01T12:18:18.203" v="224" actId="20577"/>
          <ac:spMkLst>
            <pc:docMk/>
            <pc:sldMk cId="1163416551" sldId="257"/>
            <ac:spMk id="11" creationId="{00000000-0000-0000-0000-000000000000}"/>
          </ac:spMkLst>
        </pc:spChg>
      </pc:sldChg>
      <pc:sldChg chg="addSp delSp modSp mod">
        <pc:chgData name="S0122934" userId="255eb65d-205d-4cd7-9a71-a60d1636892c" providerId="ADAL" clId="{8C150BB2-9218-488B-B012-E3F261622E26}" dt="2026-02-02T06:42:29.231" v="769" actId="20577"/>
        <pc:sldMkLst>
          <pc:docMk/>
          <pc:sldMk cId="0" sldId="295"/>
        </pc:sldMkLst>
        <pc:spChg chg="mod">
          <ac:chgData name="S0122934" userId="255eb65d-205d-4cd7-9a71-a60d1636892c" providerId="ADAL" clId="{8C150BB2-9218-488B-B012-E3F261622E26}" dt="2026-02-01T12:23:03.272" v="311"/>
          <ac:spMkLst>
            <pc:docMk/>
            <pc:sldMk cId="0" sldId="295"/>
            <ac:spMk id="6" creationId="{00000000-0000-0000-0000-000000000000}"/>
          </ac:spMkLst>
        </pc:spChg>
        <pc:spChg chg="add mod">
          <ac:chgData name="S0122934" userId="255eb65d-205d-4cd7-9a71-a60d1636892c" providerId="ADAL" clId="{8C150BB2-9218-488B-B012-E3F261622E26}" dt="2026-02-02T06:42:29.231" v="769" actId="20577"/>
          <ac:spMkLst>
            <pc:docMk/>
            <pc:sldMk cId="0" sldId="295"/>
            <ac:spMk id="8" creationId="{9435DB82-30E9-C0FF-D854-476F9C29117E}"/>
          </ac:spMkLst>
        </pc:spChg>
      </pc:sldChg>
      <pc:sldChg chg="addSp modSp mod">
        <pc:chgData name="S0122934" userId="255eb65d-205d-4cd7-9a71-a60d1636892c" providerId="ADAL" clId="{8C150BB2-9218-488B-B012-E3F261622E26}" dt="2026-02-02T06:15:37.754" v="566" actId="14100"/>
        <pc:sldMkLst>
          <pc:docMk/>
          <pc:sldMk cId="0" sldId="296"/>
        </pc:sldMkLst>
        <pc:spChg chg="mod">
          <ac:chgData name="S0122934" userId="255eb65d-205d-4cd7-9a71-a60d1636892c" providerId="ADAL" clId="{8C150BB2-9218-488B-B012-E3F261622E26}" dt="2026-02-02T06:13:04.463" v="556" actId="20577"/>
          <ac:spMkLst>
            <pc:docMk/>
            <pc:sldMk cId="0" sldId="296"/>
            <ac:spMk id="2" creationId="{00000000-0000-0000-0000-000000000000}"/>
          </ac:spMkLst>
        </pc:spChg>
        <pc:spChg chg="mod">
          <ac:chgData name="S0122934" userId="255eb65d-205d-4cd7-9a71-a60d1636892c" providerId="ADAL" clId="{8C150BB2-9218-488B-B012-E3F261622E26}" dt="2026-02-02T06:15:37.754" v="566" actId="14100"/>
          <ac:spMkLst>
            <pc:docMk/>
            <pc:sldMk cId="0" sldId="296"/>
            <ac:spMk id="3" creationId="{00000000-0000-0000-0000-000000000000}"/>
          </ac:spMkLst>
        </pc:spChg>
        <pc:spChg chg="mod">
          <ac:chgData name="S0122934" userId="255eb65d-205d-4cd7-9a71-a60d1636892c" providerId="ADAL" clId="{8C150BB2-9218-488B-B012-E3F261622E26}" dt="2026-02-01T12:22:52.639" v="310" actId="20577"/>
          <ac:spMkLst>
            <pc:docMk/>
            <pc:sldMk cId="0" sldId="296"/>
            <ac:spMk id="6" creationId="{00000000-0000-0000-0000-000000000000}"/>
          </ac:spMkLst>
        </pc:spChg>
        <pc:spChg chg="add mod">
          <ac:chgData name="S0122934" userId="255eb65d-205d-4cd7-9a71-a60d1636892c" providerId="ADAL" clId="{8C150BB2-9218-488B-B012-E3F261622E26}" dt="2026-02-01T12:18:37.693" v="226" actId="14100"/>
          <ac:spMkLst>
            <pc:docMk/>
            <pc:sldMk cId="0" sldId="296"/>
            <ac:spMk id="7" creationId="{0E93B88B-82A8-6BF4-17B2-D6F0F609594D}"/>
          </ac:spMkLst>
        </pc:spChg>
      </pc:sldChg>
      <pc:sldChg chg="modSp mod">
        <pc:chgData name="S0122934" userId="255eb65d-205d-4cd7-9a71-a60d1636892c" providerId="ADAL" clId="{8C150BB2-9218-488B-B012-E3F261622E26}" dt="2026-02-02T06:38:44.713" v="746" actId="2710"/>
        <pc:sldMkLst>
          <pc:docMk/>
          <pc:sldMk cId="0" sldId="312"/>
        </pc:sldMkLst>
        <pc:spChg chg="mod">
          <ac:chgData name="S0122934" userId="255eb65d-205d-4cd7-9a71-a60d1636892c" providerId="ADAL" clId="{8C150BB2-9218-488B-B012-E3F261622E26}" dt="2026-02-02T06:38:44.713" v="746" actId="2710"/>
          <ac:spMkLst>
            <pc:docMk/>
            <pc:sldMk cId="0" sldId="312"/>
            <ac:spMk id="3" creationId="{00000000-0000-0000-0000-000000000000}"/>
          </ac:spMkLst>
        </pc:spChg>
        <pc:spChg chg="mod">
          <ac:chgData name="S0122934" userId="255eb65d-205d-4cd7-9a71-a60d1636892c" providerId="ADAL" clId="{8C150BB2-9218-488B-B012-E3F261622E26}" dt="2026-02-01T12:24:18.104" v="324"/>
          <ac:spMkLst>
            <pc:docMk/>
            <pc:sldMk cId="0" sldId="312"/>
            <ac:spMk id="6" creationId="{00000000-0000-0000-0000-000000000000}"/>
          </ac:spMkLst>
        </pc:spChg>
      </pc:sldChg>
      <pc:sldChg chg="addSp delSp modSp mod ord">
        <pc:chgData name="S0122934" userId="255eb65d-205d-4cd7-9a71-a60d1636892c" providerId="ADAL" clId="{8C150BB2-9218-488B-B012-E3F261622E26}" dt="2026-02-02T17:26:55.584" v="962"/>
        <pc:sldMkLst>
          <pc:docMk/>
          <pc:sldMk cId="0" sldId="313"/>
        </pc:sldMkLst>
        <pc:spChg chg="mod">
          <ac:chgData name="S0122934" userId="255eb65d-205d-4cd7-9a71-a60d1636892c" providerId="ADAL" clId="{8C150BB2-9218-488B-B012-E3F261622E26}" dt="2026-02-01T12:23:36.430" v="317"/>
          <ac:spMkLst>
            <pc:docMk/>
            <pc:sldMk cId="0" sldId="313"/>
            <ac:spMk id="6" creationId="{00000000-0000-0000-0000-000000000000}"/>
          </ac:spMkLst>
        </pc:spChg>
        <pc:spChg chg="add mod">
          <ac:chgData name="S0122934" userId="255eb65d-205d-4cd7-9a71-a60d1636892c" providerId="ADAL" clId="{8C150BB2-9218-488B-B012-E3F261622E26}" dt="2026-02-02T06:37:43.734" v="739" actId="20577"/>
          <ac:spMkLst>
            <pc:docMk/>
            <pc:sldMk cId="0" sldId="313"/>
            <ac:spMk id="9" creationId="{78265C35-B021-55FE-952D-74D3C6C9BB51}"/>
          </ac:spMkLst>
        </pc:spChg>
      </pc:sldChg>
      <pc:sldChg chg="modSp mod ord">
        <pc:chgData name="S0122934" userId="255eb65d-205d-4cd7-9a71-a60d1636892c" providerId="ADAL" clId="{8C150BB2-9218-488B-B012-E3F261622E26}" dt="2026-02-02T17:26:45.396" v="958"/>
        <pc:sldMkLst>
          <pc:docMk/>
          <pc:sldMk cId="0" sldId="317"/>
        </pc:sldMkLst>
        <pc:spChg chg="mod">
          <ac:chgData name="S0122934" userId="255eb65d-205d-4cd7-9a71-a60d1636892c" providerId="ADAL" clId="{8C150BB2-9218-488B-B012-E3F261622E26}" dt="2026-02-02T03:23:53.444" v="405" actId="255"/>
          <ac:spMkLst>
            <pc:docMk/>
            <pc:sldMk cId="0" sldId="317"/>
            <ac:spMk id="3" creationId="{00000000-0000-0000-0000-000000000000}"/>
          </ac:spMkLst>
        </pc:spChg>
        <pc:spChg chg="mod">
          <ac:chgData name="S0122934" userId="255eb65d-205d-4cd7-9a71-a60d1636892c" providerId="ADAL" clId="{8C150BB2-9218-488B-B012-E3F261622E26}" dt="2026-02-01T12:23:08.381" v="312"/>
          <ac:spMkLst>
            <pc:docMk/>
            <pc:sldMk cId="0" sldId="317"/>
            <ac:spMk id="6" creationId="{00000000-0000-0000-0000-000000000000}"/>
          </ac:spMkLst>
        </pc:spChg>
      </pc:sldChg>
      <pc:sldChg chg="addSp modSp mod">
        <pc:chgData name="S0122934" userId="255eb65d-205d-4cd7-9a71-a60d1636892c" providerId="ADAL" clId="{8C150BB2-9218-488B-B012-E3F261622E26}" dt="2026-02-01T12:24:06.374" v="323" actId="1076"/>
        <pc:sldMkLst>
          <pc:docMk/>
          <pc:sldMk cId="0" sldId="320"/>
        </pc:sldMkLst>
        <pc:spChg chg="mod">
          <ac:chgData name="S0122934" userId="255eb65d-205d-4cd7-9a71-a60d1636892c" providerId="ADAL" clId="{8C150BB2-9218-488B-B012-E3F261622E26}" dt="2026-02-01T12:23:57.929" v="321"/>
          <ac:spMkLst>
            <pc:docMk/>
            <pc:sldMk cId="0" sldId="320"/>
            <ac:spMk id="7" creationId="{00000000-0000-0000-0000-000000000000}"/>
          </ac:spMkLst>
        </pc:spChg>
        <pc:picChg chg="mod">
          <ac:chgData name="S0122934" userId="255eb65d-205d-4cd7-9a71-a60d1636892c" providerId="ADAL" clId="{8C150BB2-9218-488B-B012-E3F261622E26}" dt="2026-02-01T12:24:06.374" v="323" actId="1076"/>
          <ac:picMkLst>
            <pc:docMk/>
            <pc:sldMk cId="0" sldId="320"/>
            <ac:picMk id="6" creationId="{00000000-0000-0000-0000-000000000000}"/>
          </ac:picMkLst>
        </pc:picChg>
      </pc:sldChg>
      <pc:sldChg chg="modSp">
        <pc:chgData name="S0122934" userId="255eb65d-205d-4cd7-9a71-a60d1636892c" providerId="ADAL" clId="{8C150BB2-9218-488B-B012-E3F261622E26}" dt="2026-02-01T12:24:25.791" v="325"/>
        <pc:sldMkLst>
          <pc:docMk/>
          <pc:sldMk cId="0" sldId="321"/>
        </pc:sldMkLst>
        <pc:spChg chg="mod">
          <ac:chgData name="S0122934" userId="255eb65d-205d-4cd7-9a71-a60d1636892c" providerId="ADAL" clId="{8C150BB2-9218-488B-B012-E3F261622E26}" dt="2026-02-01T12:24:25.791" v="325"/>
          <ac:spMkLst>
            <pc:docMk/>
            <pc:sldMk cId="0" sldId="321"/>
            <ac:spMk id="6" creationId="{00000000-0000-0000-0000-000000000000}"/>
          </ac:spMkLst>
        </pc:spChg>
      </pc:sldChg>
      <pc:sldChg chg="modSp mod">
        <pc:chgData name="S0122934" userId="255eb65d-205d-4cd7-9a71-a60d1636892c" providerId="ADAL" clId="{8C150BB2-9218-488B-B012-E3F261622E26}" dt="2026-02-02T17:24:06.394" v="947" actId="20577"/>
        <pc:sldMkLst>
          <pc:docMk/>
          <pc:sldMk cId="0" sldId="323"/>
        </pc:sldMkLst>
        <pc:spChg chg="mod">
          <ac:chgData name="S0122934" userId="255eb65d-205d-4cd7-9a71-a60d1636892c" providerId="ADAL" clId="{8C150BB2-9218-488B-B012-E3F261622E26}" dt="2026-02-01T12:23:14.401" v="313"/>
          <ac:spMkLst>
            <pc:docMk/>
            <pc:sldMk cId="0" sldId="323"/>
            <ac:spMk id="7" creationId="{00000000-0000-0000-0000-000000000000}"/>
          </ac:spMkLst>
        </pc:spChg>
        <pc:graphicFrameChg chg="mod modGraphic">
          <ac:chgData name="S0122934" userId="255eb65d-205d-4cd7-9a71-a60d1636892c" providerId="ADAL" clId="{8C150BB2-9218-488B-B012-E3F261622E26}" dt="2026-02-02T17:24:06.394" v="947" actId="20577"/>
          <ac:graphicFrameMkLst>
            <pc:docMk/>
            <pc:sldMk cId="0" sldId="323"/>
            <ac:graphicFrameMk id="4" creationId="{00000000-0000-0000-0000-000000000000}"/>
          </ac:graphicFrameMkLst>
        </pc:graphicFrameChg>
      </pc:sldChg>
      <pc:sldChg chg="modSp mod ord">
        <pc:chgData name="S0122934" userId="255eb65d-205d-4cd7-9a71-a60d1636892c" providerId="ADAL" clId="{8C150BB2-9218-488B-B012-E3F261622E26}" dt="2026-02-02T17:26:52.610" v="960"/>
        <pc:sldMkLst>
          <pc:docMk/>
          <pc:sldMk cId="0" sldId="325"/>
        </pc:sldMkLst>
        <pc:spChg chg="mod">
          <ac:chgData name="S0122934" userId="255eb65d-205d-4cd7-9a71-a60d1636892c" providerId="ADAL" clId="{8C150BB2-9218-488B-B012-E3F261622E26}" dt="2026-02-02T06:16:24.933" v="570" actId="2710"/>
          <ac:spMkLst>
            <pc:docMk/>
            <pc:sldMk cId="0" sldId="325"/>
            <ac:spMk id="3" creationId="{00000000-0000-0000-0000-000000000000}"/>
          </ac:spMkLst>
        </pc:spChg>
        <pc:spChg chg="mod">
          <ac:chgData name="S0122934" userId="255eb65d-205d-4cd7-9a71-a60d1636892c" providerId="ADAL" clId="{8C150BB2-9218-488B-B012-E3F261622E26}" dt="2026-02-01T12:23:25.469" v="315"/>
          <ac:spMkLst>
            <pc:docMk/>
            <pc:sldMk cId="0" sldId="325"/>
            <ac:spMk id="6" creationId="{00000000-0000-0000-0000-000000000000}"/>
          </ac:spMkLst>
        </pc:spChg>
      </pc:sldChg>
      <pc:sldChg chg="modSp mod">
        <pc:chgData name="S0122934" userId="255eb65d-205d-4cd7-9a71-a60d1636892c" providerId="ADAL" clId="{8C150BB2-9218-488B-B012-E3F261622E26}" dt="2026-02-02T17:50:43.255" v="999" actId="114"/>
        <pc:sldMkLst>
          <pc:docMk/>
          <pc:sldMk cId="0" sldId="327"/>
        </pc:sldMkLst>
        <pc:spChg chg="mod">
          <ac:chgData name="S0122934" userId="255eb65d-205d-4cd7-9a71-a60d1636892c" providerId="ADAL" clId="{8C150BB2-9218-488B-B012-E3F261622E26}" dt="2026-02-02T17:50:43.255" v="999" actId="114"/>
          <ac:spMkLst>
            <pc:docMk/>
            <pc:sldMk cId="0" sldId="327"/>
            <ac:spMk id="4" creationId="{00000000-0000-0000-0000-000000000000}"/>
          </ac:spMkLst>
        </pc:spChg>
        <pc:spChg chg="mod">
          <ac:chgData name="S0122934" userId="255eb65d-205d-4cd7-9a71-a60d1636892c" providerId="ADAL" clId="{8C150BB2-9218-488B-B012-E3F261622E26}" dt="2026-02-01T12:24:29.666" v="326"/>
          <ac:spMkLst>
            <pc:docMk/>
            <pc:sldMk cId="0" sldId="327"/>
            <ac:spMk id="6" creationId="{00000000-0000-0000-0000-000000000000}"/>
          </ac:spMkLst>
        </pc:spChg>
      </pc:sldChg>
      <pc:sldChg chg="modSp mod">
        <pc:chgData name="S0122934" userId="255eb65d-205d-4cd7-9a71-a60d1636892c" providerId="ADAL" clId="{8C150BB2-9218-488B-B012-E3F261622E26}" dt="2026-02-01T12:24:35.112" v="327"/>
        <pc:sldMkLst>
          <pc:docMk/>
          <pc:sldMk cId="0" sldId="329"/>
        </pc:sldMkLst>
        <pc:spChg chg="mod">
          <ac:chgData name="S0122934" userId="255eb65d-205d-4cd7-9a71-a60d1636892c" providerId="ADAL" clId="{8C150BB2-9218-488B-B012-E3F261622E26}" dt="2026-02-01T12:19:57.860" v="228" actId="1076"/>
          <ac:spMkLst>
            <pc:docMk/>
            <pc:sldMk cId="0" sldId="329"/>
            <ac:spMk id="2" creationId="{00000000-0000-0000-0000-000000000000}"/>
          </ac:spMkLst>
        </pc:spChg>
        <pc:spChg chg="mod">
          <ac:chgData name="S0122934" userId="255eb65d-205d-4cd7-9a71-a60d1636892c" providerId="ADAL" clId="{8C150BB2-9218-488B-B012-E3F261622E26}" dt="2026-02-01T12:24:35.112" v="327"/>
          <ac:spMkLst>
            <pc:docMk/>
            <pc:sldMk cId="0" sldId="329"/>
            <ac:spMk id="5" creationId="{00000000-0000-0000-0000-000000000000}"/>
          </ac:spMkLst>
        </pc:spChg>
      </pc:sldChg>
      <pc:sldChg chg="addSp delSp modSp mod">
        <pc:chgData name="S0122934" userId="255eb65d-205d-4cd7-9a71-a60d1636892c" providerId="ADAL" clId="{8C150BB2-9218-488B-B012-E3F261622E26}" dt="2026-02-02T06:22:18.883" v="615" actId="20577"/>
        <pc:sldMkLst>
          <pc:docMk/>
          <pc:sldMk cId="0" sldId="330"/>
        </pc:sldMkLst>
        <pc:spChg chg="mod">
          <ac:chgData name="S0122934" userId="255eb65d-205d-4cd7-9a71-a60d1636892c" providerId="ADAL" clId="{8C150BB2-9218-488B-B012-E3F261622E26}" dt="2026-02-02T06:20:33.156" v="599" actId="113"/>
          <ac:spMkLst>
            <pc:docMk/>
            <pc:sldMk cId="0" sldId="330"/>
            <ac:spMk id="2" creationId="{00000000-0000-0000-0000-000000000000}"/>
          </ac:spMkLst>
        </pc:spChg>
        <pc:spChg chg="mod">
          <ac:chgData name="S0122934" userId="255eb65d-205d-4cd7-9a71-a60d1636892c" providerId="ADAL" clId="{8C150BB2-9218-488B-B012-E3F261622E26}" dt="2026-02-01T12:23:40.862" v="318"/>
          <ac:spMkLst>
            <pc:docMk/>
            <pc:sldMk cId="0" sldId="330"/>
            <ac:spMk id="5" creationId="{00000000-0000-0000-0000-000000000000}"/>
          </ac:spMkLst>
        </pc:spChg>
        <pc:spChg chg="add mod">
          <ac:chgData name="S0122934" userId="255eb65d-205d-4cd7-9a71-a60d1636892c" providerId="ADAL" clId="{8C150BB2-9218-488B-B012-E3F261622E26}" dt="2026-02-02T06:22:18.883" v="615" actId="20577"/>
          <ac:spMkLst>
            <pc:docMk/>
            <pc:sldMk cId="0" sldId="330"/>
            <ac:spMk id="8" creationId="{ACF2CFA4-9BE0-B555-7116-A000E6495C05}"/>
          </ac:spMkLst>
        </pc:spChg>
      </pc:sldChg>
      <pc:sldChg chg="addSp delSp modSp add mod ord">
        <pc:chgData name="S0122934" userId="255eb65d-205d-4cd7-9a71-a60d1636892c" providerId="ADAL" clId="{8C150BB2-9218-488B-B012-E3F261622E26}" dt="2026-02-02T07:09:45.807" v="775" actId="1076"/>
        <pc:sldMkLst>
          <pc:docMk/>
          <pc:sldMk cId="1588607784" sldId="331"/>
        </pc:sldMkLst>
        <pc:spChg chg="mod">
          <ac:chgData name="S0122934" userId="255eb65d-205d-4cd7-9a71-a60d1636892c" providerId="ADAL" clId="{8C150BB2-9218-488B-B012-E3F261622E26}" dt="2026-02-01T12:20:59.749" v="260" actId="20577"/>
          <ac:spMkLst>
            <pc:docMk/>
            <pc:sldMk cId="1588607784" sldId="331"/>
            <ac:spMk id="2" creationId="{A44252DC-0B50-6268-2E12-EC21EA8749FC}"/>
          </ac:spMkLst>
        </pc:spChg>
        <pc:spChg chg="mod">
          <ac:chgData name="S0122934" userId="255eb65d-205d-4cd7-9a71-a60d1636892c" providerId="ADAL" clId="{8C150BB2-9218-488B-B012-E3F261622E26}" dt="2026-02-01T12:23:47.578" v="319"/>
          <ac:spMkLst>
            <pc:docMk/>
            <pc:sldMk cId="1588607784" sldId="331"/>
            <ac:spMk id="7" creationId="{3439002D-AD3E-4934-BA47-0F2201EF018F}"/>
          </ac:spMkLst>
        </pc:spChg>
        <pc:spChg chg="add mod">
          <ac:chgData name="S0122934" userId="255eb65d-205d-4cd7-9a71-a60d1636892c" providerId="ADAL" clId="{8C150BB2-9218-488B-B012-E3F261622E26}" dt="2026-02-02T07:09:39.408" v="771" actId="1076"/>
          <ac:spMkLst>
            <pc:docMk/>
            <pc:sldMk cId="1588607784" sldId="331"/>
            <ac:spMk id="8" creationId="{1FD2843B-5F92-42DA-6A78-397D1341714F}"/>
          </ac:spMkLst>
        </pc:spChg>
        <pc:spChg chg="add mod">
          <ac:chgData name="S0122934" userId="255eb65d-205d-4cd7-9a71-a60d1636892c" providerId="ADAL" clId="{8C150BB2-9218-488B-B012-E3F261622E26}" dt="2026-02-02T07:09:45.807" v="775" actId="1076"/>
          <ac:spMkLst>
            <pc:docMk/>
            <pc:sldMk cId="1588607784" sldId="331"/>
            <ac:spMk id="9" creationId="{AEA05F0D-9AE9-5300-30C7-6E3F8C20D085}"/>
          </ac:spMkLst>
        </pc:spChg>
        <pc:spChg chg="add mod">
          <ac:chgData name="S0122934" userId="255eb65d-205d-4cd7-9a71-a60d1636892c" providerId="ADAL" clId="{8C150BB2-9218-488B-B012-E3F261622E26}" dt="2026-02-01T12:29:51.067" v="360" actId="14100"/>
          <ac:spMkLst>
            <pc:docMk/>
            <pc:sldMk cId="1588607784" sldId="331"/>
            <ac:spMk id="10" creationId="{349847F4-66ED-E08A-BC1D-C6345936DE02}"/>
          </ac:spMkLst>
        </pc:spChg>
        <pc:picChg chg="mod">
          <ac:chgData name="S0122934" userId="255eb65d-205d-4cd7-9a71-a60d1636892c" providerId="ADAL" clId="{8C150BB2-9218-488B-B012-E3F261622E26}" dt="2026-02-01T12:27:02.803" v="346" actId="14100"/>
          <ac:picMkLst>
            <pc:docMk/>
            <pc:sldMk cId="1588607784" sldId="331"/>
            <ac:picMk id="6" creationId="{5360DCFA-4B45-F4BE-D903-5ED225EE841E}"/>
          </ac:picMkLst>
        </pc:picChg>
      </pc:sldChg>
      <pc:sldChg chg="addSp delSp modSp add mod">
        <pc:chgData name="S0122934" userId="255eb65d-205d-4cd7-9a71-a60d1636892c" providerId="ADAL" clId="{8C150BB2-9218-488B-B012-E3F261622E26}" dt="2026-02-02T06:27:36.960" v="656" actId="12"/>
        <pc:sldMkLst>
          <pc:docMk/>
          <pc:sldMk cId="2827403168" sldId="332"/>
        </pc:sldMkLst>
        <pc:spChg chg="mod">
          <ac:chgData name="S0122934" userId="255eb65d-205d-4cd7-9a71-a60d1636892c" providerId="ADAL" clId="{8C150BB2-9218-488B-B012-E3F261622E26}" dt="2026-02-02T06:23:38.098" v="622" actId="113"/>
          <ac:spMkLst>
            <pc:docMk/>
            <pc:sldMk cId="2827403168" sldId="332"/>
            <ac:spMk id="2" creationId="{6DF5E7CD-CAD4-A312-9FAB-40DDFD11F390}"/>
          </ac:spMkLst>
        </pc:spChg>
        <pc:spChg chg="add mod">
          <ac:chgData name="S0122934" userId="255eb65d-205d-4cd7-9a71-a60d1636892c" providerId="ADAL" clId="{8C150BB2-9218-488B-B012-E3F261622E26}" dt="2026-02-02T06:27:22.659" v="653" actId="12"/>
          <ac:spMkLst>
            <pc:docMk/>
            <pc:sldMk cId="2827403168" sldId="332"/>
            <ac:spMk id="7" creationId="{20053ADC-F41B-E5C0-1ED3-46F33F636AFF}"/>
          </ac:spMkLst>
        </pc:spChg>
        <pc:spChg chg="add mod">
          <ac:chgData name="S0122934" userId="255eb65d-205d-4cd7-9a71-a60d1636892c" providerId="ADAL" clId="{8C150BB2-9218-488B-B012-E3F261622E26}" dt="2026-02-02T06:27:36.960" v="656" actId="12"/>
          <ac:spMkLst>
            <pc:docMk/>
            <pc:sldMk cId="2827403168" sldId="332"/>
            <ac:spMk id="10" creationId="{D6B68C0D-290F-459D-FC24-AA302AAF5164}"/>
          </ac:spMkLst>
        </pc:spChg>
      </pc:sldChg>
      <pc:sldChg chg="modSp add mod">
        <pc:chgData name="S0122934" userId="255eb65d-205d-4cd7-9a71-a60d1636892c" providerId="ADAL" clId="{8C150BB2-9218-488B-B012-E3F261622E26}" dt="2026-02-02T06:30:39.873" v="692" actId="1036"/>
        <pc:sldMkLst>
          <pc:docMk/>
          <pc:sldMk cId="3147322599" sldId="333"/>
        </pc:sldMkLst>
        <pc:spChg chg="mod">
          <ac:chgData name="S0122934" userId="255eb65d-205d-4cd7-9a71-a60d1636892c" providerId="ADAL" clId="{8C150BB2-9218-488B-B012-E3F261622E26}" dt="2026-02-02T06:29:10.360" v="677" actId="20577"/>
          <ac:spMkLst>
            <pc:docMk/>
            <pc:sldMk cId="3147322599" sldId="333"/>
            <ac:spMk id="2" creationId="{53C74EF2-AB4D-42EA-BB4D-7D6084338513}"/>
          </ac:spMkLst>
        </pc:spChg>
        <pc:spChg chg="mod">
          <ac:chgData name="S0122934" userId="255eb65d-205d-4cd7-9a71-a60d1636892c" providerId="ADAL" clId="{8C150BB2-9218-488B-B012-E3F261622E26}" dt="2026-02-02T06:30:29.671" v="688" actId="2710"/>
          <ac:spMkLst>
            <pc:docMk/>
            <pc:sldMk cId="3147322599" sldId="333"/>
            <ac:spMk id="7" creationId="{C9E52EFF-71C2-D241-4F01-D32B64A871B1}"/>
          </ac:spMkLst>
        </pc:spChg>
        <pc:spChg chg="mod">
          <ac:chgData name="S0122934" userId="255eb65d-205d-4cd7-9a71-a60d1636892c" providerId="ADAL" clId="{8C150BB2-9218-488B-B012-E3F261622E26}" dt="2026-02-02T06:30:39.873" v="692" actId="1036"/>
          <ac:spMkLst>
            <pc:docMk/>
            <pc:sldMk cId="3147322599" sldId="333"/>
            <ac:spMk id="10" creationId="{4256018C-17D9-D5E7-D8C6-0247C449FBF4}"/>
          </ac:spMkLst>
        </pc:spChg>
      </pc:sldChg>
      <pc:sldChg chg="modSp add mod">
        <pc:chgData name="S0122934" userId="255eb65d-205d-4cd7-9a71-a60d1636892c" providerId="ADAL" clId="{8C150BB2-9218-488B-B012-E3F261622E26}" dt="2026-02-02T06:33:35.555" v="726" actId="113"/>
        <pc:sldMkLst>
          <pc:docMk/>
          <pc:sldMk cId="1913792468" sldId="334"/>
        </pc:sldMkLst>
        <pc:spChg chg="mod">
          <ac:chgData name="S0122934" userId="255eb65d-205d-4cd7-9a71-a60d1636892c" providerId="ADAL" clId="{8C150BB2-9218-488B-B012-E3F261622E26}" dt="2026-02-02T06:33:12.982" v="723" actId="113"/>
          <ac:spMkLst>
            <pc:docMk/>
            <pc:sldMk cId="1913792468" sldId="334"/>
            <ac:spMk id="7" creationId="{9682BD19-E1C5-870E-4C1E-EBF8AB9557C6}"/>
          </ac:spMkLst>
        </pc:spChg>
        <pc:spChg chg="mod">
          <ac:chgData name="S0122934" userId="255eb65d-205d-4cd7-9a71-a60d1636892c" providerId="ADAL" clId="{8C150BB2-9218-488B-B012-E3F261622E26}" dt="2026-02-02T06:33:35.555" v="726" actId="113"/>
          <ac:spMkLst>
            <pc:docMk/>
            <pc:sldMk cId="1913792468" sldId="334"/>
            <ac:spMk id="10" creationId="{42B8A126-DEFA-5C17-0B75-C52AE0F8320E}"/>
          </ac:spMkLst>
        </pc:spChg>
      </pc:sldChg>
      <pc:sldChg chg="modSp add mod">
        <pc:chgData name="S0122934" userId="255eb65d-205d-4cd7-9a71-a60d1636892c" providerId="ADAL" clId="{8C150BB2-9218-488B-B012-E3F261622E26}" dt="2026-02-02T17:53:45.466" v="1045" actId="20577"/>
        <pc:sldMkLst>
          <pc:docMk/>
          <pc:sldMk cId="3867965248" sldId="335"/>
        </pc:sldMkLst>
        <pc:graphicFrameChg chg="mod modGraphic">
          <ac:chgData name="S0122934" userId="255eb65d-205d-4cd7-9a71-a60d1636892c" providerId="ADAL" clId="{8C150BB2-9218-488B-B012-E3F261622E26}" dt="2026-02-02T17:53:45.466" v="1045" actId="20577"/>
          <ac:graphicFrameMkLst>
            <pc:docMk/>
            <pc:sldMk cId="3867965248" sldId="335"/>
            <ac:graphicFrameMk id="4" creationId="{7B061D65-A360-21DE-9383-EC4764D4FFB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9D5D33-C6C7-4135-9203-FCA7001FBC9F}" type="datetimeFigureOut">
              <a:rPr lang="en-US" smtClean="0"/>
              <a:pPr/>
              <a:t>3/26/2026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3FDA00-FF3C-4927-8B82-776C2ED26DCA}"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8806-2D69-BD7E-41CA-FB7A58E942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738F49-490C-CC03-AD24-70BD548933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2A05A1C-BCC3-D24F-FAD6-7A4EFFB4025E}"/>
              </a:ext>
            </a:extLst>
          </p:cNvPr>
          <p:cNvSpPr>
            <a:spLocks noGrp="1"/>
          </p:cNvSpPr>
          <p:nvPr>
            <p:ph type="dt" sz="half" idx="10"/>
          </p:nvPr>
        </p:nvSpPr>
        <p:spPr/>
        <p:txBody>
          <a:bodyPr/>
          <a:lstStyle/>
          <a:p>
            <a:fld id="{2928A609-F196-45C3-8E07-72E80351659E}" type="datetime1">
              <a:rPr lang="en-IN" smtClean="0"/>
              <a:pPr/>
              <a:t>26-03-2026</a:t>
            </a:fld>
            <a:endParaRPr lang="en-IN"/>
          </a:p>
        </p:txBody>
      </p:sp>
      <p:sp>
        <p:nvSpPr>
          <p:cNvPr id="5" name="Footer Placeholder 4">
            <a:extLst>
              <a:ext uri="{FF2B5EF4-FFF2-40B4-BE49-F238E27FC236}">
                <a16:creationId xmlns:a16="http://schemas.microsoft.com/office/drawing/2014/main" id="{BED5A9AC-B872-5361-A826-F1C7037EB669}"/>
              </a:ext>
            </a:extLst>
          </p:cNvPr>
          <p:cNvSpPr>
            <a:spLocks noGrp="1"/>
          </p:cNvSpPr>
          <p:nvPr>
            <p:ph type="ftr" sz="quarter" idx="11"/>
          </p:nvPr>
        </p:nvSpPr>
        <p:spPr/>
        <p:txBody>
          <a:bodyPr/>
          <a:lstStyle/>
          <a:p>
            <a:r>
              <a:rPr lang="en-GB"/>
              <a:t>Zeroth Review - B.Tech Final Year</a:t>
            </a:r>
            <a:endParaRPr lang="en-IN"/>
          </a:p>
        </p:txBody>
      </p:sp>
      <p:sp>
        <p:nvSpPr>
          <p:cNvPr id="6" name="Slide Number Placeholder 5">
            <a:extLst>
              <a:ext uri="{FF2B5EF4-FFF2-40B4-BE49-F238E27FC236}">
                <a16:creationId xmlns:a16="http://schemas.microsoft.com/office/drawing/2014/main" id="{9884E280-B6B6-FD15-F32B-ACA8482A4957}"/>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3705794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2328-F3E6-AB79-2DCB-E8B9353475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140929-580C-A595-9F8C-D01757B237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B6C497-8176-EB95-44EC-7767684D1F77}"/>
              </a:ext>
            </a:extLst>
          </p:cNvPr>
          <p:cNvSpPr>
            <a:spLocks noGrp="1"/>
          </p:cNvSpPr>
          <p:nvPr>
            <p:ph type="dt" sz="half" idx="10"/>
          </p:nvPr>
        </p:nvSpPr>
        <p:spPr/>
        <p:txBody>
          <a:bodyPr/>
          <a:lstStyle/>
          <a:p>
            <a:fld id="{44B9535D-D051-42EB-8A28-F1AB443577A3}" type="datetime1">
              <a:rPr lang="en-IN" smtClean="0"/>
              <a:pPr/>
              <a:t>26-03-2026</a:t>
            </a:fld>
            <a:endParaRPr lang="en-IN"/>
          </a:p>
        </p:txBody>
      </p:sp>
      <p:sp>
        <p:nvSpPr>
          <p:cNvPr id="5" name="Footer Placeholder 4">
            <a:extLst>
              <a:ext uri="{FF2B5EF4-FFF2-40B4-BE49-F238E27FC236}">
                <a16:creationId xmlns:a16="http://schemas.microsoft.com/office/drawing/2014/main" id="{608FE804-27B5-FEA4-D798-65E005895FD3}"/>
              </a:ext>
            </a:extLst>
          </p:cNvPr>
          <p:cNvSpPr>
            <a:spLocks noGrp="1"/>
          </p:cNvSpPr>
          <p:nvPr>
            <p:ph type="ftr" sz="quarter" idx="11"/>
          </p:nvPr>
        </p:nvSpPr>
        <p:spPr/>
        <p:txBody>
          <a:bodyPr/>
          <a:lstStyle/>
          <a:p>
            <a:r>
              <a:rPr lang="en-GB"/>
              <a:t>Zeroth Review - B.Tech Final Year</a:t>
            </a:r>
            <a:endParaRPr lang="en-IN"/>
          </a:p>
        </p:txBody>
      </p:sp>
      <p:sp>
        <p:nvSpPr>
          <p:cNvPr id="6" name="Slide Number Placeholder 5">
            <a:extLst>
              <a:ext uri="{FF2B5EF4-FFF2-40B4-BE49-F238E27FC236}">
                <a16:creationId xmlns:a16="http://schemas.microsoft.com/office/drawing/2014/main" id="{9C572548-200B-985E-07D3-84938F727279}"/>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2067028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4B37B-6333-509E-6E23-68EA8DEFDE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DEE301-5CF3-33BE-B125-E61468E9BA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EA5B9B-6B2A-200B-67A4-67510E4481B4}"/>
              </a:ext>
            </a:extLst>
          </p:cNvPr>
          <p:cNvSpPr>
            <a:spLocks noGrp="1"/>
          </p:cNvSpPr>
          <p:nvPr>
            <p:ph type="dt" sz="half" idx="10"/>
          </p:nvPr>
        </p:nvSpPr>
        <p:spPr/>
        <p:txBody>
          <a:bodyPr/>
          <a:lstStyle/>
          <a:p>
            <a:fld id="{E668CA87-A068-46A9-9AAE-5163DD680E58}" type="datetime1">
              <a:rPr lang="en-IN" smtClean="0"/>
              <a:pPr/>
              <a:t>26-03-2026</a:t>
            </a:fld>
            <a:endParaRPr lang="en-IN"/>
          </a:p>
        </p:txBody>
      </p:sp>
      <p:sp>
        <p:nvSpPr>
          <p:cNvPr id="5" name="Footer Placeholder 4">
            <a:extLst>
              <a:ext uri="{FF2B5EF4-FFF2-40B4-BE49-F238E27FC236}">
                <a16:creationId xmlns:a16="http://schemas.microsoft.com/office/drawing/2014/main" id="{29647217-5CF4-CC49-C61D-F1C816FB3FBF}"/>
              </a:ext>
            </a:extLst>
          </p:cNvPr>
          <p:cNvSpPr>
            <a:spLocks noGrp="1"/>
          </p:cNvSpPr>
          <p:nvPr>
            <p:ph type="ftr" sz="quarter" idx="11"/>
          </p:nvPr>
        </p:nvSpPr>
        <p:spPr/>
        <p:txBody>
          <a:bodyPr/>
          <a:lstStyle/>
          <a:p>
            <a:r>
              <a:rPr lang="en-GB"/>
              <a:t>Zeroth Review - B.Tech Final Year</a:t>
            </a:r>
            <a:endParaRPr lang="en-IN"/>
          </a:p>
        </p:txBody>
      </p:sp>
      <p:sp>
        <p:nvSpPr>
          <p:cNvPr id="6" name="Slide Number Placeholder 5">
            <a:extLst>
              <a:ext uri="{FF2B5EF4-FFF2-40B4-BE49-F238E27FC236}">
                <a16:creationId xmlns:a16="http://schemas.microsoft.com/office/drawing/2014/main" id="{70A61174-3400-D79D-946B-54FD121AED3D}"/>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2406682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46288-B0BA-ACFD-4513-12E3BF2CF7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B877FB-4E63-03A5-9CD8-B8EDD04B4C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0C2EBD-C0D8-8331-9175-5EA123B78B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D07EA13-1742-274A-AEAC-1A19D9837FEA}"/>
              </a:ext>
            </a:extLst>
          </p:cNvPr>
          <p:cNvSpPr>
            <a:spLocks noGrp="1"/>
          </p:cNvSpPr>
          <p:nvPr>
            <p:ph type="dt" sz="half" idx="10"/>
          </p:nvPr>
        </p:nvSpPr>
        <p:spPr/>
        <p:txBody>
          <a:bodyPr/>
          <a:lstStyle/>
          <a:p>
            <a:fld id="{D9F5E58B-186E-402A-98FC-7769C113EED7}" type="datetime1">
              <a:rPr lang="en-IN" smtClean="0"/>
              <a:pPr/>
              <a:t>26-03-2026</a:t>
            </a:fld>
            <a:endParaRPr lang="en-IN"/>
          </a:p>
        </p:txBody>
      </p:sp>
      <p:sp>
        <p:nvSpPr>
          <p:cNvPr id="6" name="Footer Placeholder 5">
            <a:extLst>
              <a:ext uri="{FF2B5EF4-FFF2-40B4-BE49-F238E27FC236}">
                <a16:creationId xmlns:a16="http://schemas.microsoft.com/office/drawing/2014/main" id="{2F60A92B-0A77-3218-77EF-2E62873163EF}"/>
              </a:ext>
            </a:extLst>
          </p:cNvPr>
          <p:cNvSpPr>
            <a:spLocks noGrp="1"/>
          </p:cNvSpPr>
          <p:nvPr>
            <p:ph type="ftr" sz="quarter" idx="11"/>
          </p:nvPr>
        </p:nvSpPr>
        <p:spPr/>
        <p:txBody>
          <a:bodyPr/>
          <a:lstStyle/>
          <a:p>
            <a:r>
              <a:rPr lang="en-GB"/>
              <a:t>Zeroth Review - B.Tech Final Year</a:t>
            </a:r>
            <a:endParaRPr lang="en-IN"/>
          </a:p>
        </p:txBody>
      </p:sp>
      <p:sp>
        <p:nvSpPr>
          <p:cNvPr id="7" name="Slide Number Placeholder 6">
            <a:extLst>
              <a:ext uri="{FF2B5EF4-FFF2-40B4-BE49-F238E27FC236}">
                <a16:creationId xmlns:a16="http://schemas.microsoft.com/office/drawing/2014/main" id="{E1333A2D-A3D0-C71D-9A98-FD354F4A7F10}"/>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34308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07442-EC91-7CBB-224D-2D8F9DE350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71661F-A7A7-BB52-4C69-2C84D2D640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1FD59B-EEAE-972F-9A17-7960FDAA0C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5BF6A00-E977-6C21-34D2-73045C2EA1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617886-C483-635B-AA5B-AD0813CE3A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57DA3A-1607-18C7-6AA6-EBBC0C8CC26A}"/>
              </a:ext>
            </a:extLst>
          </p:cNvPr>
          <p:cNvSpPr>
            <a:spLocks noGrp="1"/>
          </p:cNvSpPr>
          <p:nvPr>
            <p:ph type="dt" sz="half" idx="10"/>
          </p:nvPr>
        </p:nvSpPr>
        <p:spPr/>
        <p:txBody>
          <a:bodyPr/>
          <a:lstStyle/>
          <a:p>
            <a:fld id="{8659661C-0D28-4152-9ED9-0FCEAEC2BB11}" type="datetime1">
              <a:rPr lang="en-IN" smtClean="0"/>
              <a:pPr/>
              <a:t>26-03-2026</a:t>
            </a:fld>
            <a:endParaRPr lang="en-IN"/>
          </a:p>
        </p:txBody>
      </p:sp>
      <p:sp>
        <p:nvSpPr>
          <p:cNvPr id="8" name="Footer Placeholder 7">
            <a:extLst>
              <a:ext uri="{FF2B5EF4-FFF2-40B4-BE49-F238E27FC236}">
                <a16:creationId xmlns:a16="http://schemas.microsoft.com/office/drawing/2014/main" id="{22FD2255-92D8-E1C5-5D6C-B13CFCB26892}"/>
              </a:ext>
            </a:extLst>
          </p:cNvPr>
          <p:cNvSpPr>
            <a:spLocks noGrp="1"/>
          </p:cNvSpPr>
          <p:nvPr>
            <p:ph type="ftr" sz="quarter" idx="11"/>
          </p:nvPr>
        </p:nvSpPr>
        <p:spPr/>
        <p:txBody>
          <a:bodyPr/>
          <a:lstStyle/>
          <a:p>
            <a:r>
              <a:rPr lang="en-GB"/>
              <a:t>Zeroth Review - B.Tech Final Year</a:t>
            </a:r>
            <a:endParaRPr lang="en-IN"/>
          </a:p>
        </p:txBody>
      </p:sp>
      <p:sp>
        <p:nvSpPr>
          <p:cNvPr id="9" name="Slide Number Placeholder 8">
            <a:extLst>
              <a:ext uri="{FF2B5EF4-FFF2-40B4-BE49-F238E27FC236}">
                <a16:creationId xmlns:a16="http://schemas.microsoft.com/office/drawing/2014/main" id="{E0CD0B7A-C5DD-1337-237F-76751EB4EBE0}"/>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3762349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391A-F766-FC04-8914-C748788ECC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2E8186-039F-A0AB-DAC1-C2B9FBF32AAF}"/>
              </a:ext>
            </a:extLst>
          </p:cNvPr>
          <p:cNvSpPr>
            <a:spLocks noGrp="1"/>
          </p:cNvSpPr>
          <p:nvPr>
            <p:ph type="dt" sz="half" idx="10"/>
          </p:nvPr>
        </p:nvSpPr>
        <p:spPr/>
        <p:txBody>
          <a:bodyPr/>
          <a:lstStyle/>
          <a:p>
            <a:fld id="{F5040693-6EE9-49DE-A141-B0FB061F726B}" type="datetime1">
              <a:rPr lang="en-IN" smtClean="0"/>
              <a:pPr/>
              <a:t>26-03-2026</a:t>
            </a:fld>
            <a:endParaRPr lang="en-IN"/>
          </a:p>
        </p:txBody>
      </p:sp>
      <p:sp>
        <p:nvSpPr>
          <p:cNvPr id="4" name="Footer Placeholder 3">
            <a:extLst>
              <a:ext uri="{FF2B5EF4-FFF2-40B4-BE49-F238E27FC236}">
                <a16:creationId xmlns:a16="http://schemas.microsoft.com/office/drawing/2014/main" id="{313BAB45-A624-9680-5FA3-E429CA1BADD3}"/>
              </a:ext>
            </a:extLst>
          </p:cNvPr>
          <p:cNvSpPr>
            <a:spLocks noGrp="1"/>
          </p:cNvSpPr>
          <p:nvPr>
            <p:ph type="ftr" sz="quarter" idx="11"/>
          </p:nvPr>
        </p:nvSpPr>
        <p:spPr/>
        <p:txBody>
          <a:bodyPr/>
          <a:lstStyle/>
          <a:p>
            <a:r>
              <a:rPr lang="en-GB"/>
              <a:t>Zeroth Review - B.Tech Final Year</a:t>
            </a:r>
            <a:endParaRPr lang="en-IN"/>
          </a:p>
        </p:txBody>
      </p:sp>
      <p:sp>
        <p:nvSpPr>
          <p:cNvPr id="5" name="Slide Number Placeholder 4">
            <a:extLst>
              <a:ext uri="{FF2B5EF4-FFF2-40B4-BE49-F238E27FC236}">
                <a16:creationId xmlns:a16="http://schemas.microsoft.com/office/drawing/2014/main" id="{9A410AA3-C87E-289B-2148-3366F26DD72E}"/>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1985862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C63CF8-B75C-ABF8-D69D-A14D3D6DBCF3}"/>
              </a:ext>
            </a:extLst>
          </p:cNvPr>
          <p:cNvSpPr>
            <a:spLocks noGrp="1"/>
          </p:cNvSpPr>
          <p:nvPr>
            <p:ph type="dt" sz="half" idx="10"/>
          </p:nvPr>
        </p:nvSpPr>
        <p:spPr/>
        <p:txBody>
          <a:bodyPr/>
          <a:lstStyle/>
          <a:p>
            <a:fld id="{F047114D-2513-4453-96D3-A3E8D4DAEA83}" type="datetime1">
              <a:rPr lang="en-IN" smtClean="0"/>
              <a:pPr/>
              <a:t>26-03-2026</a:t>
            </a:fld>
            <a:endParaRPr lang="en-IN"/>
          </a:p>
        </p:txBody>
      </p:sp>
      <p:sp>
        <p:nvSpPr>
          <p:cNvPr id="3" name="Footer Placeholder 2">
            <a:extLst>
              <a:ext uri="{FF2B5EF4-FFF2-40B4-BE49-F238E27FC236}">
                <a16:creationId xmlns:a16="http://schemas.microsoft.com/office/drawing/2014/main" id="{A4E63579-A95F-E671-2641-0E6A690D5108}"/>
              </a:ext>
            </a:extLst>
          </p:cNvPr>
          <p:cNvSpPr>
            <a:spLocks noGrp="1"/>
          </p:cNvSpPr>
          <p:nvPr>
            <p:ph type="ftr" sz="quarter" idx="11"/>
          </p:nvPr>
        </p:nvSpPr>
        <p:spPr/>
        <p:txBody>
          <a:bodyPr/>
          <a:lstStyle/>
          <a:p>
            <a:r>
              <a:rPr lang="en-GB"/>
              <a:t>Zeroth Review - B.Tech Final Year</a:t>
            </a:r>
            <a:endParaRPr lang="en-IN"/>
          </a:p>
        </p:txBody>
      </p:sp>
      <p:sp>
        <p:nvSpPr>
          <p:cNvPr id="4" name="Slide Number Placeholder 3">
            <a:extLst>
              <a:ext uri="{FF2B5EF4-FFF2-40B4-BE49-F238E27FC236}">
                <a16:creationId xmlns:a16="http://schemas.microsoft.com/office/drawing/2014/main" id="{DAB6DA90-1182-0737-01BF-34913F97F949}"/>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1640324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CE928-5A56-0DCF-E730-6C3C6B3D1C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5D845D-355E-3E0F-5C79-12B787999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8416A4-B874-BA3E-276D-75EBDFE99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587910-A9F2-E6F0-8DCA-B8B5C369E2E9}"/>
              </a:ext>
            </a:extLst>
          </p:cNvPr>
          <p:cNvSpPr>
            <a:spLocks noGrp="1"/>
          </p:cNvSpPr>
          <p:nvPr>
            <p:ph type="dt" sz="half" idx="10"/>
          </p:nvPr>
        </p:nvSpPr>
        <p:spPr/>
        <p:txBody>
          <a:bodyPr/>
          <a:lstStyle/>
          <a:p>
            <a:fld id="{9EB40010-F237-4CD5-A1B6-BC8CA28D7F86}" type="datetime1">
              <a:rPr lang="en-IN" smtClean="0"/>
              <a:pPr/>
              <a:t>26-03-2026</a:t>
            </a:fld>
            <a:endParaRPr lang="en-IN"/>
          </a:p>
        </p:txBody>
      </p:sp>
      <p:sp>
        <p:nvSpPr>
          <p:cNvPr id="6" name="Footer Placeholder 5">
            <a:extLst>
              <a:ext uri="{FF2B5EF4-FFF2-40B4-BE49-F238E27FC236}">
                <a16:creationId xmlns:a16="http://schemas.microsoft.com/office/drawing/2014/main" id="{E3202FE4-8BDA-7C97-16A4-64D908C0492B}"/>
              </a:ext>
            </a:extLst>
          </p:cNvPr>
          <p:cNvSpPr>
            <a:spLocks noGrp="1"/>
          </p:cNvSpPr>
          <p:nvPr>
            <p:ph type="ftr" sz="quarter" idx="11"/>
          </p:nvPr>
        </p:nvSpPr>
        <p:spPr/>
        <p:txBody>
          <a:bodyPr/>
          <a:lstStyle/>
          <a:p>
            <a:r>
              <a:rPr lang="en-GB"/>
              <a:t>Zeroth Review - B.Tech Final Year</a:t>
            </a:r>
            <a:endParaRPr lang="en-IN"/>
          </a:p>
        </p:txBody>
      </p:sp>
      <p:sp>
        <p:nvSpPr>
          <p:cNvPr id="7" name="Slide Number Placeholder 6">
            <a:extLst>
              <a:ext uri="{FF2B5EF4-FFF2-40B4-BE49-F238E27FC236}">
                <a16:creationId xmlns:a16="http://schemas.microsoft.com/office/drawing/2014/main" id="{54C69D43-CFA5-F079-F78F-9D394168DBB0}"/>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254688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39975-160E-A96B-502F-4E5E4C897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E508D1-BE30-7C3E-A2E8-DC746C8E83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968BA1-F551-DB88-1A72-F5A0A8EEC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81C52E-149B-5B86-E1A1-F8C3D1C89F89}"/>
              </a:ext>
            </a:extLst>
          </p:cNvPr>
          <p:cNvSpPr>
            <a:spLocks noGrp="1"/>
          </p:cNvSpPr>
          <p:nvPr>
            <p:ph type="dt" sz="half" idx="10"/>
          </p:nvPr>
        </p:nvSpPr>
        <p:spPr/>
        <p:txBody>
          <a:bodyPr/>
          <a:lstStyle/>
          <a:p>
            <a:fld id="{E414C98D-9FDF-4328-9496-35D6B297595F}" type="datetime1">
              <a:rPr lang="en-IN" smtClean="0"/>
              <a:pPr/>
              <a:t>26-03-2026</a:t>
            </a:fld>
            <a:endParaRPr lang="en-IN"/>
          </a:p>
        </p:txBody>
      </p:sp>
      <p:sp>
        <p:nvSpPr>
          <p:cNvPr id="6" name="Footer Placeholder 5">
            <a:extLst>
              <a:ext uri="{FF2B5EF4-FFF2-40B4-BE49-F238E27FC236}">
                <a16:creationId xmlns:a16="http://schemas.microsoft.com/office/drawing/2014/main" id="{C53BF48F-6AE0-EC3C-AE66-2FF3A5A30B60}"/>
              </a:ext>
            </a:extLst>
          </p:cNvPr>
          <p:cNvSpPr>
            <a:spLocks noGrp="1"/>
          </p:cNvSpPr>
          <p:nvPr>
            <p:ph type="ftr" sz="quarter" idx="11"/>
          </p:nvPr>
        </p:nvSpPr>
        <p:spPr/>
        <p:txBody>
          <a:bodyPr/>
          <a:lstStyle/>
          <a:p>
            <a:r>
              <a:rPr lang="en-GB"/>
              <a:t>Zeroth Review - B.Tech Final Year</a:t>
            </a:r>
            <a:endParaRPr lang="en-IN"/>
          </a:p>
        </p:txBody>
      </p:sp>
      <p:sp>
        <p:nvSpPr>
          <p:cNvPr id="7" name="Slide Number Placeholder 6">
            <a:extLst>
              <a:ext uri="{FF2B5EF4-FFF2-40B4-BE49-F238E27FC236}">
                <a16:creationId xmlns:a16="http://schemas.microsoft.com/office/drawing/2014/main" id="{5BDCC713-CC5F-349C-E8A3-563B127D9735}"/>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763579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2DAF1-661C-EE23-A64C-5FF06BE2B6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2A4EB2-F49A-C012-7980-DFA6821382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AA7284-0AF3-7EA1-1980-5E08A60D0844}"/>
              </a:ext>
            </a:extLst>
          </p:cNvPr>
          <p:cNvSpPr>
            <a:spLocks noGrp="1"/>
          </p:cNvSpPr>
          <p:nvPr>
            <p:ph type="dt" sz="half" idx="10"/>
          </p:nvPr>
        </p:nvSpPr>
        <p:spPr/>
        <p:txBody>
          <a:bodyPr/>
          <a:lstStyle/>
          <a:p>
            <a:fld id="{C9B9C65D-4195-41EA-8724-F61180C49AC8}" type="datetime1">
              <a:rPr lang="en-IN" smtClean="0"/>
              <a:pPr/>
              <a:t>26-03-2026</a:t>
            </a:fld>
            <a:endParaRPr lang="en-IN"/>
          </a:p>
        </p:txBody>
      </p:sp>
      <p:sp>
        <p:nvSpPr>
          <p:cNvPr id="5" name="Footer Placeholder 4">
            <a:extLst>
              <a:ext uri="{FF2B5EF4-FFF2-40B4-BE49-F238E27FC236}">
                <a16:creationId xmlns:a16="http://schemas.microsoft.com/office/drawing/2014/main" id="{C4DD2A7D-EEE9-DB95-FD73-23ED5EFD0D1E}"/>
              </a:ext>
            </a:extLst>
          </p:cNvPr>
          <p:cNvSpPr>
            <a:spLocks noGrp="1"/>
          </p:cNvSpPr>
          <p:nvPr>
            <p:ph type="ftr" sz="quarter" idx="11"/>
          </p:nvPr>
        </p:nvSpPr>
        <p:spPr/>
        <p:txBody>
          <a:bodyPr/>
          <a:lstStyle/>
          <a:p>
            <a:r>
              <a:rPr lang="en-GB"/>
              <a:t>Zeroth Review - B.Tech Final Year</a:t>
            </a:r>
            <a:endParaRPr lang="en-IN"/>
          </a:p>
        </p:txBody>
      </p:sp>
      <p:sp>
        <p:nvSpPr>
          <p:cNvPr id="6" name="Slide Number Placeholder 5">
            <a:extLst>
              <a:ext uri="{FF2B5EF4-FFF2-40B4-BE49-F238E27FC236}">
                <a16:creationId xmlns:a16="http://schemas.microsoft.com/office/drawing/2014/main" id="{5ACB0A89-5C5A-D683-F4CA-7A15CE42E4E3}"/>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211451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C24D3B-5363-8E01-AABD-B5EDBEA3E6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CB9C0F-953D-152F-5202-FEAF195C6C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AFD8BC-8FF5-8BF8-384B-320AFCF8B52A}"/>
              </a:ext>
            </a:extLst>
          </p:cNvPr>
          <p:cNvSpPr>
            <a:spLocks noGrp="1"/>
          </p:cNvSpPr>
          <p:nvPr>
            <p:ph type="dt" sz="half" idx="10"/>
          </p:nvPr>
        </p:nvSpPr>
        <p:spPr/>
        <p:txBody>
          <a:bodyPr/>
          <a:lstStyle/>
          <a:p>
            <a:fld id="{7387B277-3096-4535-8713-11DA66EE0BD4}" type="datetime1">
              <a:rPr lang="en-IN" smtClean="0"/>
              <a:pPr/>
              <a:t>26-03-2026</a:t>
            </a:fld>
            <a:endParaRPr lang="en-IN"/>
          </a:p>
        </p:txBody>
      </p:sp>
      <p:sp>
        <p:nvSpPr>
          <p:cNvPr id="5" name="Footer Placeholder 4">
            <a:extLst>
              <a:ext uri="{FF2B5EF4-FFF2-40B4-BE49-F238E27FC236}">
                <a16:creationId xmlns:a16="http://schemas.microsoft.com/office/drawing/2014/main" id="{F633A7AA-7E8D-94AF-537D-DE4CB6363271}"/>
              </a:ext>
            </a:extLst>
          </p:cNvPr>
          <p:cNvSpPr>
            <a:spLocks noGrp="1"/>
          </p:cNvSpPr>
          <p:nvPr>
            <p:ph type="ftr" sz="quarter" idx="11"/>
          </p:nvPr>
        </p:nvSpPr>
        <p:spPr/>
        <p:txBody>
          <a:bodyPr/>
          <a:lstStyle/>
          <a:p>
            <a:r>
              <a:rPr lang="en-GB"/>
              <a:t>Zeroth Review - B.Tech Final Year</a:t>
            </a:r>
            <a:endParaRPr lang="en-IN"/>
          </a:p>
        </p:txBody>
      </p:sp>
      <p:sp>
        <p:nvSpPr>
          <p:cNvPr id="6" name="Slide Number Placeholder 5">
            <a:extLst>
              <a:ext uri="{FF2B5EF4-FFF2-40B4-BE49-F238E27FC236}">
                <a16:creationId xmlns:a16="http://schemas.microsoft.com/office/drawing/2014/main" id="{0438E377-4CBF-0A90-2963-A6E4F236C2A9}"/>
              </a:ext>
            </a:extLst>
          </p:cNvPr>
          <p:cNvSpPr>
            <a:spLocks noGrp="1"/>
          </p:cNvSpPr>
          <p:nvPr>
            <p:ph type="sldNum" sz="quarter" idx="12"/>
          </p:nvPr>
        </p:nvSpPr>
        <p:spPr/>
        <p:txBody>
          <a:bodyPr/>
          <a:lstStyle/>
          <a:p>
            <a:fld id="{EFBDE1D0-70A3-4286-B02A-0760FBFFEE4B}" type="slidenum">
              <a:rPr lang="en-IN" smtClean="0"/>
              <a:pPr/>
              <a:t>‹#›</a:t>
            </a:fld>
            <a:endParaRPr lang="en-IN"/>
          </a:p>
        </p:txBody>
      </p:sp>
    </p:spTree>
    <p:extLst>
      <p:ext uri="{BB962C8B-B14F-4D97-AF65-F5344CB8AC3E}">
        <p14:creationId xmlns:p14="http://schemas.microsoft.com/office/powerpoint/2010/main" val="1738540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4848AD-1CFC-420A-3637-94B0692CB9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E5220A-5F00-6588-0632-0948D3A931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0AD22F-C662-241E-3BEA-5B432A5CF5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346FDE-2F2F-4904-9AE8-94D5FBCEB7DE}" type="datetime1">
              <a:rPr lang="en-IN" smtClean="0"/>
              <a:pPr/>
              <a:t>26-03-2026</a:t>
            </a:fld>
            <a:endParaRPr lang="en-IN"/>
          </a:p>
        </p:txBody>
      </p:sp>
      <p:sp>
        <p:nvSpPr>
          <p:cNvPr id="5" name="Footer Placeholder 4">
            <a:extLst>
              <a:ext uri="{FF2B5EF4-FFF2-40B4-BE49-F238E27FC236}">
                <a16:creationId xmlns:a16="http://schemas.microsoft.com/office/drawing/2014/main" id="{2CC1AD6F-66A8-C2BD-822A-3027E25062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Zeroth Review - B.Tech Final Year</a:t>
            </a:r>
            <a:endParaRPr lang="en-IN"/>
          </a:p>
        </p:txBody>
      </p:sp>
      <p:sp>
        <p:nvSpPr>
          <p:cNvPr id="6" name="Slide Number Placeholder 5">
            <a:extLst>
              <a:ext uri="{FF2B5EF4-FFF2-40B4-BE49-F238E27FC236}">
                <a16:creationId xmlns:a16="http://schemas.microsoft.com/office/drawing/2014/main" id="{8CDE2FDC-B770-0EE0-7A56-A84AC17D7E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BDE1D0-70A3-4286-B02A-0760FBFFEE4B}" type="slidenum">
              <a:rPr lang="en-IN" smtClean="0"/>
              <a:pPr/>
              <a:t>‹#›</a:t>
            </a:fld>
            <a:endParaRPr lang="en-IN"/>
          </a:p>
        </p:txBody>
      </p:sp>
    </p:spTree>
    <p:extLst>
      <p:ext uri="{BB962C8B-B14F-4D97-AF65-F5344CB8AC3E}">
        <p14:creationId xmlns:p14="http://schemas.microsoft.com/office/powerpoint/2010/main" val="1019572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2E645-3A77-C311-1524-7EBEBF7A3E5C}"/>
              </a:ext>
            </a:extLst>
          </p:cNvPr>
          <p:cNvSpPr>
            <a:spLocks noGrp="1"/>
          </p:cNvSpPr>
          <p:nvPr>
            <p:ph type="ctrTitle"/>
          </p:nvPr>
        </p:nvSpPr>
        <p:spPr>
          <a:xfrm>
            <a:off x="1337912" y="0"/>
            <a:ext cx="9663263" cy="1713369"/>
          </a:xfrm>
        </p:spPr>
        <p:txBody>
          <a:bodyPr>
            <a:normAutofit fontScale="90000"/>
          </a:bodyPr>
          <a:lstStyle/>
          <a:p>
            <a:pPr>
              <a:lnSpc>
                <a:spcPct val="150000"/>
              </a:lnSpc>
            </a:pPr>
            <a:r>
              <a:rPr lang="en-US" sz="4000" dirty="0">
                <a:latin typeface="Times New Roman" panose="02020603050405020304" pitchFamily="18" charset="0"/>
                <a:cs typeface="Times New Roman" panose="02020603050405020304" pitchFamily="18" charset="0"/>
              </a:rPr>
              <a:t>University College of Engineering (BIT Campus) Anna University, Tiruchirappalli -620024</a:t>
            </a: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52E4941-D40E-D559-EC5F-82F775941177}"/>
              </a:ext>
            </a:extLst>
          </p:cNvPr>
          <p:cNvSpPr>
            <a:spLocks noGrp="1"/>
          </p:cNvSpPr>
          <p:nvPr>
            <p:ph type="subTitle" idx="1"/>
          </p:nvPr>
        </p:nvSpPr>
        <p:spPr>
          <a:xfrm>
            <a:off x="1064554" y="4461933"/>
            <a:ext cx="4158343" cy="1862954"/>
          </a:xfrm>
        </p:spPr>
        <p:txBody>
          <a:bodyPr>
            <a:normAutofit lnSpcReduction="10000"/>
          </a:bodyPr>
          <a:lstStyle/>
          <a:p>
            <a:pPr algn="l"/>
            <a:r>
              <a:rPr lang="en-US" sz="2800" b="1" dirty="0">
                <a:latin typeface="Times New Roman" panose="02020603050405020304" pitchFamily="18" charset="0"/>
                <a:cs typeface="Times New Roman" panose="02020603050405020304" pitchFamily="18" charset="0"/>
              </a:rPr>
              <a:t>Under the Guidance:</a:t>
            </a:r>
          </a:p>
          <a:p>
            <a:pPr algn="l"/>
            <a:r>
              <a:rPr lang="en-US" sz="2800" dirty="0">
                <a:latin typeface="Times New Roman" panose="02020603050405020304" pitchFamily="18" charset="0"/>
                <a:cs typeface="Times New Roman" panose="02020603050405020304" pitchFamily="18" charset="0"/>
              </a:rPr>
              <a:t>Dr. </a:t>
            </a:r>
            <a:r>
              <a:rPr lang="en-US" sz="2800" dirty="0" err="1">
                <a:latin typeface="Times New Roman" panose="02020603050405020304" pitchFamily="18" charset="0"/>
                <a:cs typeface="Times New Roman" panose="02020603050405020304" pitchFamily="18" charset="0"/>
              </a:rPr>
              <a:t>K.Ambika</a:t>
            </a:r>
            <a:endParaRPr lang="en-US" sz="2800" dirty="0">
              <a:latin typeface="Times New Roman" panose="02020603050405020304" pitchFamily="18" charset="0"/>
              <a:cs typeface="Times New Roman" panose="02020603050405020304" pitchFamily="18" charset="0"/>
            </a:endParaRPr>
          </a:p>
          <a:p>
            <a:pPr algn="l"/>
            <a:r>
              <a:rPr lang="en-US" sz="2800" dirty="0">
                <a:latin typeface="Times New Roman" panose="02020603050405020304" pitchFamily="18" charset="0"/>
                <a:cs typeface="Times New Roman" panose="02020603050405020304" pitchFamily="18" charset="0"/>
              </a:rPr>
              <a:t>Assistant Professor</a:t>
            </a:r>
          </a:p>
          <a:p>
            <a:pPr algn="l"/>
            <a:r>
              <a:rPr lang="en-US" sz="2800" dirty="0">
                <a:latin typeface="Times New Roman" panose="02020603050405020304" pitchFamily="18" charset="0"/>
                <a:cs typeface="Times New Roman" panose="02020603050405020304" pitchFamily="18" charset="0"/>
              </a:rPr>
              <a:t>Department of CSE</a:t>
            </a:r>
          </a:p>
          <a:p>
            <a:pPr algn="l"/>
            <a:endParaRPr lang="en-US"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C0D2341-1B8A-28AF-BC57-B027F141E9D9}"/>
              </a:ext>
            </a:extLst>
          </p:cNvPr>
          <p:cNvSpPr txBox="1"/>
          <p:nvPr/>
        </p:nvSpPr>
        <p:spPr>
          <a:xfrm>
            <a:off x="1160105" y="2096013"/>
            <a:ext cx="10230239" cy="1665521"/>
          </a:xfrm>
          <a:prstGeom prst="rect">
            <a:avLst/>
          </a:prstGeom>
          <a:noFill/>
        </p:spPr>
        <p:txBody>
          <a:bodyPr wrap="square" rtlCol="0">
            <a:spAutoFit/>
          </a:bodyPr>
          <a:lstStyle/>
          <a:p>
            <a:pPr algn="ctr">
              <a:lnSpc>
                <a:spcPct val="150000"/>
              </a:lnSpc>
            </a:pPr>
            <a:r>
              <a:rPr lang="en-US" sz="3600" b="1" dirty="0">
                <a:latin typeface="Times New Roman" panose="02020603050405020304" pitchFamily="18" charset="0"/>
                <a:cs typeface="Times New Roman" panose="02020603050405020304" pitchFamily="18" charset="0"/>
              </a:rPr>
              <a:t>AI-Based Sentiment and Emotion Analysis of YouTube Comments</a:t>
            </a:r>
            <a:endParaRPr lang="en-IN" sz="3600" b="1" dirty="0">
              <a:latin typeface="Times New Roman" panose="02020603050405020304" pitchFamily="18" charset="0"/>
              <a:cs typeface="Times New Roman" panose="02020603050405020304" pitchFamily="18" charset="0"/>
            </a:endParaRPr>
          </a:p>
        </p:txBody>
      </p:sp>
      <p:pic>
        <p:nvPicPr>
          <p:cNvPr id="7" name="Google Shape;72;p15">
            <a:extLst>
              <a:ext uri="{FF2B5EF4-FFF2-40B4-BE49-F238E27FC236}">
                <a16:creationId xmlns:a16="http://schemas.microsoft.com/office/drawing/2014/main" id="{10A3C8A8-6178-0E29-1C49-C32FBE3EA3E6}"/>
              </a:ext>
            </a:extLst>
          </p:cNvPr>
          <p:cNvPicPr preferRelativeResize="0"/>
          <p:nvPr/>
        </p:nvPicPr>
        <p:blipFill>
          <a:blip r:embed="rId2">
            <a:alphaModFix/>
          </a:blip>
          <a:stretch>
            <a:fillRect/>
          </a:stretch>
        </p:blipFill>
        <p:spPr>
          <a:xfrm>
            <a:off x="154005" y="128190"/>
            <a:ext cx="1183907" cy="1084591"/>
          </a:xfrm>
          <a:prstGeom prst="rect">
            <a:avLst/>
          </a:prstGeom>
          <a:noFill/>
          <a:ln>
            <a:noFill/>
          </a:ln>
        </p:spPr>
      </p:pic>
      <p:sp>
        <p:nvSpPr>
          <p:cNvPr id="8" name="Subtitle 2">
            <a:extLst>
              <a:ext uri="{FF2B5EF4-FFF2-40B4-BE49-F238E27FC236}">
                <a16:creationId xmlns:a16="http://schemas.microsoft.com/office/drawing/2014/main" id="{690691C3-AA79-C346-9DE5-58563B723991}"/>
              </a:ext>
            </a:extLst>
          </p:cNvPr>
          <p:cNvSpPr txBox="1">
            <a:spLocks/>
          </p:cNvSpPr>
          <p:nvPr/>
        </p:nvSpPr>
        <p:spPr>
          <a:xfrm>
            <a:off x="6910873" y="4461933"/>
            <a:ext cx="5281127"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b="1" dirty="0">
                <a:latin typeface="Times New Roman" panose="02020603050405020304" pitchFamily="18" charset="0"/>
                <a:cs typeface="Times New Roman" panose="02020603050405020304" pitchFamily="18" charset="0"/>
              </a:rPr>
              <a:t>Pres</a:t>
            </a:r>
            <a:r>
              <a:rPr lang="en-IN" sz="2800" b="1">
                <a:latin typeface="Times New Roman" panose="02020603050405020304" pitchFamily="18" charset="0"/>
                <a:cs typeface="Times New Roman" panose="02020603050405020304" pitchFamily="18" charset="0"/>
              </a:rPr>
              <a:t>e</a:t>
            </a:r>
            <a:r>
              <a:rPr lang="en-US" sz="2800" b="1">
                <a:latin typeface="Times New Roman" panose="02020603050405020304" pitchFamily="18" charset="0"/>
                <a:cs typeface="Times New Roman" panose="02020603050405020304" pitchFamily="18" charset="0"/>
              </a:rPr>
              <a:t>nted</a:t>
            </a:r>
            <a:r>
              <a:rPr lang="en-US" sz="2800" b="1" dirty="0">
                <a:latin typeface="Times New Roman" panose="02020603050405020304" pitchFamily="18" charset="0"/>
                <a:cs typeface="Times New Roman" panose="02020603050405020304" pitchFamily="18" charset="0"/>
              </a:rPr>
              <a:t> by:</a:t>
            </a:r>
          </a:p>
          <a:p>
            <a:pPr algn="l"/>
            <a:r>
              <a:rPr lang="en-US" dirty="0">
                <a:latin typeface="Times New Roman" panose="02020603050405020304" pitchFamily="18" charset="0"/>
                <a:cs typeface="Times New Roman" panose="02020603050405020304" pitchFamily="18" charset="0"/>
              </a:rPr>
              <a:t>810022104086- SEENU ANANTH K</a:t>
            </a:r>
          </a:p>
          <a:p>
            <a:pPr algn="l"/>
            <a:r>
              <a:rPr lang="en-US" dirty="0">
                <a:latin typeface="Times New Roman" panose="02020603050405020304" pitchFamily="18" charset="0"/>
                <a:cs typeface="Times New Roman" panose="02020603050405020304" pitchFamily="18" charset="0"/>
              </a:rPr>
              <a:t>IV year, B.E – CSE B</a:t>
            </a:r>
            <a:endParaRPr lang="en-IN"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2905DCE6-97C1-4FC2-961E-FDF7F3AC1A3B}" type="datetime1">
              <a:rPr lang="en-IN" smtClean="0"/>
              <a:pPr/>
              <a:t>26-03-2026</a:t>
            </a:fld>
            <a:endParaRPr lang="en-IN" dirty="0"/>
          </a:p>
        </p:txBody>
      </p:sp>
      <p:sp>
        <p:nvSpPr>
          <p:cNvPr id="10" name="Slide Number Placeholder 9"/>
          <p:cNvSpPr>
            <a:spLocks noGrp="1"/>
          </p:cNvSpPr>
          <p:nvPr>
            <p:ph type="sldNum" sz="quarter" idx="12"/>
          </p:nvPr>
        </p:nvSpPr>
        <p:spPr/>
        <p:txBody>
          <a:bodyPr/>
          <a:lstStyle/>
          <a:p>
            <a:fld id="{EFBDE1D0-70A3-4286-B02A-0760FBFFEE4B}" type="slidenum">
              <a:rPr lang="en-IN" smtClean="0"/>
              <a:pPr/>
              <a:t>1</a:t>
            </a:fld>
            <a:endParaRPr lang="en-IN"/>
          </a:p>
        </p:txBody>
      </p:sp>
    </p:spTree>
    <p:extLst>
      <p:ext uri="{BB962C8B-B14F-4D97-AF65-F5344CB8AC3E}">
        <p14:creationId xmlns:p14="http://schemas.microsoft.com/office/powerpoint/2010/main" val="1163416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5136"/>
          </a:xfrm>
        </p:spPr>
        <p:txBody>
          <a:bodyPr>
            <a:normAutofit/>
          </a:bodyPr>
          <a:lstStyle/>
          <a:p>
            <a:r>
              <a:rPr lang="en-US" sz="3600" b="1" dirty="0">
                <a:latin typeface="Times New Roman" pitchFamily="18" charset="0"/>
                <a:cs typeface="Times New Roman" pitchFamily="18" charset="0"/>
              </a:rPr>
              <a:t>INTRODUCTION</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97000"/>
            <a:ext cx="11201400" cy="4897922"/>
          </a:xfrm>
        </p:spPr>
        <p:txBody>
          <a:bodyPr>
            <a:noAutofit/>
          </a:bodyPr>
          <a:lstStyle/>
          <a:p>
            <a:pPr algn="just">
              <a:lnSpc>
                <a:spcPct val="150000"/>
              </a:lnSpc>
            </a:pPr>
            <a:r>
              <a:rPr lang="en-US" sz="2200" dirty="0">
                <a:latin typeface="Times New Roman" panose="02020603050405020304" pitchFamily="18" charset="0"/>
                <a:cs typeface="Times New Roman" panose="02020603050405020304" pitchFamily="18" charset="0"/>
              </a:rPr>
              <a:t>YouTube has become one of the most popular platforms where people freely express their opinions, feelings, and reactions through comments and interactions. </a:t>
            </a:r>
          </a:p>
          <a:p>
            <a:pPr algn="just">
              <a:lnSpc>
                <a:spcPct val="150000"/>
              </a:lnSpc>
            </a:pPr>
            <a:r>
              <a:rPr lang="en-US" sz="2200" dirty="0">
                <a:latin typeface="Times New Roman" panose="02020603050405020304" pitchFamily="18" charset="0"/>
                <a:cs typeface="Times New Roman" panose="02020603050405020304" pitchFamily="18" charset="0"/>
              </a:rPr>
              <a:t>These comments reflect public sentiment on various topics and help in understanding how opinions change over time. </a:t>
            </a:r>
          </a:p>
          <a:p>
            <a:pPr algn="just">
              <a:lnSpc>
                <a:spcPct val="150000"/>
              </a:lnSpc>
            </a:pPr>
            <a:r>
              <a:rPr lang="en-US" sz="2200" dirty="0">
                <a:latin typeface="Times New Roman" panose="02020603050405020304" pitchFamily="18" charset="0"/>
                <a:cs typeface="Times New Roman" panose="02020603050405020304" pitchFamily="18" charset="0"/>
              </a:rPr>
              <a:t>Analyzing YouTube comments provides valuable insights into sentiment variations, key discussion topics, and the impact of user engagement such as likes and replies on overall sentiment trends. </a:t>
            </a:r>
          </a:p>
          <a:p>
            <a:pPr algn="just">
              <a:lnSpc>
                <a:spcPct val="150000"/>
              </a:lnSpc>
            </a:pPr>
            <a:r>
              <a:rPr lang="en-US" sz="2200" dirty="0">
                <a:latin typeface="Times New Roman" panose="02020603050405020304" pitchFamily="18" charset="0"/>
                <a:cs typeface="Times New Roman" panose="02020603050405020304" pitchFamily="18" charset="0"/>
              </a:rPr>
              <a:t>The results of such analysis can be useful for researchers, policymakers, and businesses to understand public opinion and make informed decisions.</a:t>
            </a:r>
            <a:endParaRPr lang="en-GB" sz="2200" dirty="0">
              <a:latin typeface="Times New Roman" panose="02020603050405020304" pitchFamily="18" charset="0"/>
              <a:cs typeface="Times New Roman" pitchFamily="18" charset="0"/>
            </a:endParaRPr>
          </a:p>
        </p:txBody>
      </p:sp>
      <p:sp>
        <p:nvSpPr>
          <p:cNvPr id="4" name="Date Placeholder 3"/>
          <p:cNvSpPr>
            <a:spLocks noGrp="1"/>
          </p:cNvSpPr>
          <p:nvPr>
            <p:ph type="dt" sz="half" idx="10"/>
          </p:nvPr>
        </p:nvSpPr>
        <p:spPr/>
        <p:txBody>
          <a:bodyPr/>
          <a:lstStyle/>
          <a:p>
            <a:fld id="{3222EAA7-15E2-4FAB-BB3A-11C7FF0F7E90}"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014" y="134754"/>
            <a:ext cx="10891786" cy="712270"/>
          </a:xfrm>
        </p:spPr>
        <p:txBody>
          <a:bodyPr>
            <a:normAutofit/>
          </a:bodyPr>
          <a:lstStyle/>
          <a:p>
            <a:r>
              <a:rPr lang="en-US" sz="3600" b="1" dirty="0">
                <a:latin typeface="Times New Roman" pitchFamily="18" charset="0"/>
                <a:cs typeface="Times New Roman" pitchFamily="18" charset="0"/>
              </a:rPr>
              <a:t>ABSTRACT</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616017" y="1052945"/>
            <a:ext cx="10653116" cy="5424857"/>
          </a:xfrm>
        </p:spPr>
        <p:txBody>
          <a:bodyPr>
            <a:normAutofit/>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YouTube is a popular platform where users share opinions through comments on videos. Analyzing these comments helps understand public sentiment and emotions, but manual analysis is difficult due to large data volume, spam, and mixed languages. This project presents an AI-based system to analyze sentiment and emotions from YouTube comments using Natural Language Processing and Deep Learning techniques. </a:t>
            </a:r>
          </a:p>
          <a:p>
            <a:pPr marL="0" indent="0">
              <a:lnSpc>
                <a:spcPct val="150000"/>
              </a:lnSpc>
              <a:buNone/>
            </a:pPr>
            <a:r>
              <a:rPr lang="en-US" sz="2200" dirty="0">
                <a:latin typeface="Times New Roman" panose="02020603050405020304" pitchFamily="18" charset="0"/>
                <a:cs typeface="Times New Roman" panose="02020603050405020304" pitchFamily="18" charset="0"/>
              </a:rPr>
              <a:t>Comments are collected using the YouTube Data API, cleaned, and analyzed using </a:t>
            </a:r>
            <a:r>
              <a:rPr lang="en-US" sz="2200" dirty="0" err="1">
                <a:latin typeface="Times New Roman" panose="02020603050405020304" pitchFamily="18" charset="0"/>
                <a:cs typeface="Times New Roman" panose="02020603050405020304" pitchFamily="18" charset="0"/>
              </a:rPr>
              <a:t>TextBlob</a:t>
            </a:r>
            <a:r>
              <a:rPr lang="en-US" sz="2200" dirty="0">
                <a:latin typeface="Times New Roman" panose="02020603050405020304" pitchFamily="18" charset="0"/>
                <a:cs typeface="Times New Roman" panose="02020603050405020304" pitchFamily="18" charset="0"/>
              </a:rPr>
              <a:t>, VADER, BERT, and </a:t>
            </a:r>
            <a:r>
              <a:rPr lang="en-US" sz="2200" dirty="0" err="1">
                <a:latin typeface="Times New Roman" panose="02020603050405020304" pitchFamily="18" charset="0"/>
                <a:cs typeface="Times New Roman" panose="02020603050405020304" pitchFamily="18" charset="0"/>
              </a:rPr>
              <a:t>RoBERTa</a:t>
            </a:r>
            <a:r>
              <a:rPr lang="en-US" sz="2200" dirty="0">
                <a:latin typeface="Times New Roman" panose="02020603050405020304" pitchFamily="18" charset="0"/>
                <a:cs typeface="Times New Roman" panose="02020603050405020304" pitchFamily="18" charset="0"/>
              </a:rPr>
              <a:t> models. Engagement factors such as likes and replies are also considered. The results are displayed through an interactive dashboard for better understanding.</a:t>
            </a:r>
          </a:p>
        </p:txBody>
      </p:sp>
      <p:sp>
        <p:nvSpPr>
          <p:cNvPr id="4" name="Date Placeholder 3"/>
          <p:cNvSpPr>
            <a:spLocks noGrp="1"/>
          </p:cNvSpPr>
          <p:nvPr>
            <p:ph type="dt" sz="half" idx="10"/>
          </p:nvPr>
        </p:nvSpPr>
        <p:spPr/>
        <p:txBody>
          <a:bodyPr/>
          <a:lstStyle/>
          <a:p>
            <a:fld id="{AACE2016-8274-483E-88E1-261EB323F522}"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3</a:t>
            </a:fld>
            <a:endParaRPr lang="en-IN"/>
          </a:p>
        </p:txBody>
      </p:sp>
      <p:sp>
        <p:nvSpPr>
          <p:cNvPr id="7" name="AutoShape 2" descr="Output image">
            <a:extLst>
              <a:ext uri="{FF2B5EF4-FFF2-40B4-BE49-F238E27FC236}">
                <a16:creationId xmlns:a16="http://schemas.microsoft.com/office/drawing/2014/main" id="{0E93B88B-82A8-6BF4-17B2-D6F0F609594D}"/>
              </a:ext>
            </a:extLst>
          </p:cNvPr>
          <p:cNvSpPr>
            <a:spLocks noChangeAspect="1" noChangeArrowheads="1"/>
          </p:cNvSpPr>
          <p:nvPr/>
        </p:nvSpPr>
        <p:spPr bwMode="auto">
          <a:xfrm>
            <a:off x="5943599" y="3276599"/>
            <a:ext cx="3532909" cy="35329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017" y="259882"/>
            <a:ext cx="10543050" cy="1065681"/>
          </a:xfrm>
        </p:spPr>
        <p:txBody>
          <a:bodyPr/>
          <a:lstStyle/>
          <a:p>
            <a:r>
              <a:rPr lang="en-US" b="1" dirty="0">
                <a:latin typeface="Times New Roman" pitchFamily="18" charset="0"/>
                <a:cs typeface="Times New Roman" pitchFamily="18" charset="0"/>
              </a:rPr>
              <a:t>  </a:t>
            </a:r>
            <a:r>
              <a:rPr lang="en-US" sz="3600" b="1" dirty="0">
                <a:latin typeface="Times New Roman" pitchFamily="18" charset="0"/>
                <a:cs typeface="Times New Roman" pitchFamily="18" charset="0"/>
              </a:rPr>
              <a:t>OBJECTIVES</a:t>
            </a:r>
            <a:endParaRPr lang="en-GB" sz="36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C025C7B-5029-40C3-A4D2-4551AA65E5C1}"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4</a:t>
            </a:fld>
            <a:endParaRPr lang="en-IN"/>
          </a:p>
        </p:txBody>
      </p:sp>
      <p:sp>
        <p:nvSpPr>
          <p:cNvPr id="8" name="Rectangle 2">
            <a:extLst>
              <a:ext uri="{FF2B5EF4-FFF2-40B4-BE49-F238E27FC236}">
                <a16:creationId xmlns:a16="http://schemas.microsoft.com/office/drawing/2014/main" id="{9435DB82-30E9-C0FF-D854-476F9C29117E}"/>
              </a:ext>
            </a:extLst>
          </p:cNvPr>
          <p:cNvSpPr>
            <a:spLocks noGrp="1" noChangeArrowheads="1"/>
          </p:cNvSpPr>
          <p:nvPr>
            <p:ph idx="1"/>
          </p:nvPr>
        </p:nvSpPr>
        <p:spPr bwMode="auto">
          <a:xfrm>
            <a:off x="838200" y="1610063"/>
            <a:ext cx="10737783" cy="4094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collect YouTube comments from user-provided video links for sentiment analysis.</a:t>
            </a:r>
          </a:p>
          <a:p>
            <a:pPr algn="just"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and classify comments into positive, negative, neutral, and emotion-based sentiments.</a:t>
            </a:r>
          </a:p>
          <a:p>
            <a:pPr algn="just"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process multilingual comments such as English</a:t>
            </a:r>
            <a:r>
              <a:rPr kumimoji="0" lang="en-US" altLang="en-US" sz="22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Tamil </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mixed-language comments like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Thanglish</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algn="just"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public opinion by analyzing sentiment patterns in YouTube comment sections.</a:t>
            </a:r>
          </a:p>
          <a:p>
            <a:pPr algn="just"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visualize sentiment results using graphs and dashboards for better understanding.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PROBLEM STATEMENT</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Manual analysis of YouTube comments is time-consuming and inefficient.</a:t>
            </a:r>
          </a:p>
          <a:p>
            <a:pPr>
              <a:lnSpc>
                <a:spcPct val="150000"/>
              </a:lnSpc>
            </a:pPr>
            <a:r>
              <a:rPr lang="en-US" sz="2200" dirty="0">
                <a:latin typeface="Times New Roman" panose="02020603050405020304" pitchFamily="18" charset="0"/>
                <a:cs typeface="Times New Roman" panose="02020603050405020304" pitchFamily="18" charset="0"/>
              </a:rPr>
              <a:t>Existing systems focus mainly on comment text and ignore engagement factors.</a:t>
            </a:r>
          </a:p>
          <a:p>
            <a:pPr>
              <a:lnSpc>
                <a:spcPct val="150000"/>
              </a:lnSpc>
            </a:pPr>
            <a:r>
              <a:rPr lang="en-US" sz="2200" dirty="0">
                <a:latin typeface="Times New Roman" panose="02020603050405020304" pitchFamily="18" charset="0"/>
                <a:cs typeface="Times New Roman" panose="02020603050405020304" pitchFamily="18" charset="0"/>
              </a:rPr>
              <a:t>Spam, irrelevant comments, and mixed languages reduce sentiment accuracy.</a:t>
            </a:r>
          </a:p>
          <a:p>
            <a:pPr>
              <a:lnSpc>
                <a:spcPct val="150000"/>
              </a:lnSpc>
            </a:pPr>
            <a:r>
              <a:rPr lang="en-US" sz="2200" dirty="0">
                <a:latin typeface="Times New Roman" panose="02020603050405020304" pitchFamily="18" charset="0"/>
                <a:cs typeface="Times New Roman" panose="02020603050405020304" pitchFamily="18" charset="0"/>
              </a:rPr>
              <a:t>Traditional models fail to capture deep emotions expressed in comments.</a:t>
            </a:r>
          </a:p>
          <a:p>
            <a:pPr>
              <a:lnSpc>
                <a:spcPct val="150000"/>
              </a:lnSpc>
            </a:pPr>
            <a:r>
              <a:rPr lang="en-US" sz="2200" dirty="0">
                <a:latin typeface="Times New Roman" panose="02020603050405020304" pitchFamily="18" charset="0"/>
                <a:cs typeface="Times New Roman" panose="02020603050405020304" pitchFamily="18" charset="0"/>
              </a:rPr>
              <a:t>There is a need for an automated and intelligent system to analyze YouTube comments effectively.</a:t>
            </a:r>
          </a:p>
        </p:txBody>
      </p:sp>
      <p:sp>
        <p:nvSpPr>
          <p:cNvPr id="4" name="Date Placeholder 3"/>
          <p:cNvSpPr>
            <a:spLocks noGrp="1"/>
          </p:cNvSpPr>
          <p:nvPr>
            <p:ph type="dt" sz="half" idx="10"/>
          </p:nvPr>
        </p:nvSpPr>
        <p:spPr/>
        <p:txBody>
          <a:bodyPr/>
          <a:lstStyle/>
          <a:p>
            <a:fld id="{8D6BD741-BC1E-4726-B388-ED672C67DB12}"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013" y="365126"/>
            <a:ext cx="10891787" cy="1031874"/>
          </a:xfrm>
        </p:spPr>
        <p:txBody>
          <a:bodyPr>
            <a:normAutofit/>
          </a:bodyPr>
          <a:lstStyle/>
          <a:p>
            <a:r>
              <a:rPr lang="en-US" sz="3600" b="1" dirty="0">
                <a:latin typeface="Times New Roman" pitchFamily="18" charset="0"/>
                <a:cs typeface="Times New Roman" pitchFamily="18" charset="0"/>
              </a:rPr>
              <a:t>   PROPOSED WORK </a:t>
            </a:r>
            <a:endParaRPr lang="en-GB" sz="36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427D475-412C-49FB-9F78-2289559060AB}"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6</a:t>
            </a:fld>
            <a:endParaRPr lang="en-IN"/>
          </a:p>
        </p:txBody>
      </p:sp>
      <p:sp>
        <p:nvSpPr>
          <p:cNvPr id="9" name="Rectangle 3">
            <a:extLst>
              <a:ext uri="{FF2B5EF4-FFF2-40B4-BE49-F238E27FC236}">
                <a16:creationId xmlns:a16="http://schemas.microsoft.com/office/drawing/2014/main" id="{78265C35-B021-55FE-952D-74D3C6C9BB51}"/>
              </a:ext>
            </a:extLst>
          </p:cNvPr>
          <p:cNvSpPr>
            <a:spLocks noGrp="1" noChangeArrowheads="1"/>
          </p:cNvSpPr>
          <p:nvPr>
            <p:ph idx="1"/>
          </p:nvPr>
        </p:nvSpPr>
        <p:spPr bwMode="auto">
          <a:xfrm>
            <a:off x="818356" y="1676649"/>
            <a:ext cx="10555287" cy="307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 an AI-based system to analyze YouTube comments automatically.</a:t>
            </a:r>
          </a:p>
          <a:p>
            <a:pPr marL="0" indent="0" algn="just"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 comments using the YouTube Data API by providing a video link.</a:t>
            </a:r>
          </a:p>
          <a:p>
            <a:pPr marL="0" indent="0" algn="just"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 text preprocessing such as cleaning and normalization.</a:t>
            </a:r>
          </a:p>
          <a:p>
            <a:pPr marL="0" indent="0" algn="just"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multiple NLP models for accurate sentiment classification.</a:t>
            </a:r>
          </a:p>
          <a:p>
            <a:pPr marL="0" indent="0" algn="just"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 emotions and consider engagement factors for better insights.</a:t>
            </a:r>
          </a:p>
          <a:p>
            <a:pPr marL="0" indent="0" algn="just" eaLnBrk="0" fontAlgn="base" hangingPunct="0">
              <a:lnSpc>
                <a:spcPct val="150000"/>
              </a:lnSpc>
              <a:spcBef>
                <a:spcPct val="0"/>
              </a:spcBef>
              <a:spcAft>
                <a:spcPct val="0"/>
              </a:spcAft>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Visualize results using an interactive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02132"/>
            <a:ext cx="10805159" cy="404260"/>
          </a:xfrm>
        </p:spPr>
        <p:txBody>
          <a:bodyPr>
            <a:normAutofit fontScale="90000"/>
          </a:bodyPr>
          <a:lstStyle/>
          <a:p>
            <a:r>
              <a:rPr lang="en-US" sz="3600" dirty="0">
                <a:latin typeface="Times New Roman" pitchFamily="18" charset="0"/>
                <a:cs typeface="Times New Roman" pitchFamily="18" charset="0"/>
              </a:rPr>
              <a:t> </a:t>
            </a:r>
            <a:r>
              <a:rPr lang="en-US" sz="4000" dirty="0">
                <a:latin typeface="Times New Roman" pitchFamily="18" charset="0"/>
                <a:cs typeface="Times New Roman" pitchFamily="18" charset="0"/>
              </a:rPr>
              <a:t>LITERATURE SURVEY</a:t>
            </a:r>
            <a:endParaRPr lang="en-GB" sz="40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72696047"/>
              </p:ext>
            </p:extLst>
          </p:nvPr>
        </p:nvGraphicFramePr>
        <p:xfrm>
          <a:off x="789269" y="773097"/>
          <a:ext cx="11029352" cy="5852160"/>
        </p:xfrm>
        <a:graphic>
          <a:graphicData uri="http://schemas.openxmlformats.org/drawingml/2006/table">
            <a:tbl>
              <a:tblPr firstRow="1" bandRow="1">
                <a:tableStyleId>{5C22544A-7EE6-4342-B048-85BDC9FD1C3A}</a:tableStyleId>
              </a:tblPr>
              <a:tblGrid>
                <a:gridCol w="730565">
                  <a:extLst>
                    <a:ext uri="{9D8B030D-6E8A-4147-A177-3AD203B41FA5}">
                      <a16:colId xmlns:a16="http://schemas.microsoft.com/office/drawing/2014/main" val="20000"/>
                    </a:ext>
                  </a:extLst>
                </a:gridCol>
                <a:gridCol w="1449376">
                  <a:extLst>
                    <a:ext uri="{9D8B030D-6E8A-4147-A177-3AD203B41FA5}">
                      <a16:colId xmlns:a16="http://schemas.microsoft.com/office/drawing/2014/main" val="20001"/>
                    </a:ext>
                  </a:extLst>
                </a:gridCol>
                <a:gridCol w="2829260">
                  <a:extLst>
                    <a:ext uri="{9D8B030D-6E8A-4147-A177-3AD203B41FA5}">
                      <a16:colId xmlns:a16="http://schemas.microsoft.com/office/drawing/2014/main" val="20002"/>
                    </a:ext>
                  </a:extLst>
                </a:gridCol>
                <a:gridCol w="2288007">
                  <a:extLst>
                    <a:ext uri="{9D8B030D-6E8A-4147-A177-3AD203B41FA5}">
                      <a16:colId xmlns:a16="http://schemas.microsoft.com/office/drawing/2014/main" val="20003"/>
                    </a:ext>
                  </a:extLst>
                </a:gridCol>
                <a:gridCol w="1866072">
                  <a:extLst>
                    <a:ext uri="{9D8B030D-6E8A-4147-A177-3AD203B41FA5}">
                      <a16:colId xmlns:a16="http://schemas.microsoft.com/office/drawing/2014/main" val="20004"/>
                    </a:ext>
                  </a:extLst>
                </a:gridCol>
                <a:gridCol w="1866072">
                  <a:extLst>
                    <a:ext uri="{9D8B030D-6E8A-4147-A177-3AD203B41FA5}">
                      <a16:colId xmlns:a16="http://schemas.microsoft.com/office/drawing/2014/main" val="20005"/>
                    </a:ext>
                  </a:extLst>
                </a:gridCol>
              </a:tblGrid>
              <a:tr h="333343">
                <a:tc>
                  <a:txBody>
                    <a:bodyPr/>
                    <a:lstStyle/>
                    <a:p>
                      <a:r>
                        <a:rPr lang="en-US" dirty="0"/>
                        <a:t>S.NO</a:t>
                      </a:r>
                      <a:endParaRPr lang="en-GB" dirty="0"/>
                    </a:p>
                  </a:txBody>
                  <a:tcPr/>
                </a:tc>
                <a:tc>
                  <a:txBody>
                    <a:bodyPr/>
                    <a:lstStyle/>
                    <a:p>
                      <a:r>
                        <a:rPr lang="en-US"/>
                        <a:t>AUTHOR</a:t>
                      </a:r>
                      <a:endParaRPr lang="en-GB" dirty="0"/>
                    </a:p>
                  </a:txBody>
                  <a:tcPr/>
                </a:tc>
                <a:tc>
                  <a:txBody>
                    <a:bodyPr/>
                    <a:lstStyle/>
                    <a:p>
                      <a:r>
                        <a:rPr lang="en-US"/>
                        <a:t>TITLE</a:t>
                      </a:r>
                      <a:endParaRPr lang="en-GB" dirty="0"/>
                    </a:p>
                  </a:txBody>
                  <a:tcPr/>
                </a:tc>
                <a:tc>
                  <a:txBody>
                    <a:bodyPr/>
                    <a:lstStyle/>
                    <a:p>
                      <a:r>
                        <a:rPr lang="en-US"/>
                        <a:t>TECHNIQUES USED</a:t>
                      </a:r>
                      <a:endParaRPr lang="en-GB" dirty="0"/>
                    </a:p>
                  </a:txBody>
                  <a:tcPr/>
                </a:tc>
                <a:tc>
                  <a:txBody>
                    <a:bodyPr/>
                    <a:lstStyle/>
                    <a:p>
                      <a:r>
                        <a:rPr lang="en-US"/>
                        <a:t>PROS</a:t>
                      </a:r>
                      <a:endParaRPr lang="en-GB" dirty="0"/>
                    </a:p>
                  </a:txBody>
                  <a:tcPr/>
                </a:tc>
                <a:tc>
                  <a:txBody>
                    <a:bodyPr/>
                    <a:lstStyle/>
                    <a:p>
                      <a:r>
                        <a:rPr lang="en-US"/>
                        <a:t>LIMITATIONS</a:t>
                      </a:r>
                      <a:endParaRPr lang="en-GB" dirty="0"/>
                    </a:p>
                  </a:txBody>
                  <a:tcPr/>
                </a:tc>
                <a:extLst>
                  <a:ext uri="{0D108BD9-81ED-4DB2-BD59-A6C34878D82A}">
                    <a16:rowId xmlns:a16="http://schemas.microsoft.com/office/drawing/2014/main" val="10000"/>
                  </a:ext>
                </a:extLst>
              </a:tr>
              <a:tr h="1833386">
                <a:tc>
                  <a:txBody>
                    <a:bodyPr/>
                    <a:lstStyle/>
                    <a:p>
                      <a:r>
                        <a:rPr lang="en-US"/>
                        <a:t>1</a:t>
                      </a:r>
                      <a:endParaRPr lang="en-GB" dirty="0"/>
                    </a:p>
                  </a:txBody>
                  <a:tcPr/>
                </a:tc>
                <a:tc>
                  <a:txBody>
                    <a:bodyPr/>
                    <a:lstStyle/>
                    <a:p>
                      <a:r>
                        <a:rPr lang="en-GB" dirty="0">
                          <a:latin typeface="Times New Roman" pitchFamily="18" charset="0"/>
                          <a:cs typeface="Times New Roman" pitchFamily="18" charset="0"/>
                        </a:rPr>
                        <a:t>Amangeldi et al., 2024</a:t>
                      </a:r>
                      <a:endParaRPr lang="en-US" baseline="0"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Understanding Environmental Posts: Sentiment and Analysis of Social Media Data</a:t>
                      </a:r>
                    </a:p>
                  </a:txBody>
                  <a:tcPr/>
                </a:tc>
                <a:tc>
                  <a:txBody>
                    <a:bodyPr/>
                    <a:lstStyle/>
                    <a:p>
                      <a:r>
                        <a:rPr lang="fr-FR" b="0">
                          <a:latin typeface="Times New Roman" pitchFamily="18" charset="0"/>
                          <a:cs typeface="Times New Roman" pitchFamily="18" charset="0"/>
                        </a:rPr>
                        <a:t>Point wise Mutual Information (PMI) </a:t>
                      </a:r>
                      <a:r>
                        <a:rPr lang="fr-FR">
                          <a:latin typeface="Times New Roman" pitchFamily="18" charset="0"/>
                          <a:cs typeface="Times New Roman" pitchFamily="18" charset="0"/>
                        </a:rPr>
                        <a:t>for sentiment classification</a:t>
                      </a:r>
                      <a:endParaRPr lang="en-GB"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High accuracy in sentiment detection</a:t>
                      </a:r>
                    </a:p>
                  </a:txBody>
                  <a:tcPr/>
                </a:tc>
                <a:tc>
                  <a:txBody>
                    <a:bodyPr/>
                    <a:lstStyle/>
                    <a:p>
                      <a:r>
                        <a:rPr lang="en-GB" dirty="0">
                          <a:latin typeface="Times New Roman" pitchFamily="18" charset="0"/>
                          <a:cs typeface="Times New Roman" pitchFamily="18" charset="0"/>
                        </a:rPr>
                        <a:t>Not focused on real-time tracking​</a:t>
                      </a:r>
                      <a:r>
                        <a:rPr lang="en-IN" dirty="0">
                          <a:latin typeface="Times New Roman" pitchFamily="18" charset="0"/>
                          <a:cs typeface="Times New Roman" pitchFamily="18" charset="0"/>
                        </a:rPr>
                        <a:t> and </a:t>
                      </a:r>
                      <a:r>
                        <a:rPr lang="en-US" dirty="0">
                          <a:latin typeface="Times New Roman" panose="02020603050405020304" pitchFamily="18" charset="0"/>
                          <a:cs typeface="Times New Roman" panose="02020603050405020304" pitchFamily="18" charset="0"/>
                        </a:rPr>
                        <a:t>Limited support for multilingual mixed-language comments.</a:t>
                      </a:r>
                      <a:endParaRPr lang="en-GB"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2083393">
                <a:tc>
                  <a:txBody>
                    <a:bodyPr/>
                    <a:lstStyle/>
                    <a:p>
                      <a:r>
                        <a:rPr lang="en-US"/>
                        <a:t>2</a:t>
                      </a:r>
                      <a:endParaRPr lang="en-GB" dirty="0"/>
                    </a:p>
                  </a:txBody>
                  <a:tcPr/>
                </a:tc>
                <a:tc>
                  <a:txBody>
                    <a:bodyPr/>
                    <a:lstStyle/>
                    <a:p>
                      <a:r>
                        <a:rPr lang="en-GB" dirty="0">
                          <a:latin typeface="Times New Roman" pitchFamily="18" charset="0"/>
                          <a:cs typeface="Times New Roman" pitchFamily="18" charset="0"/>
                        </a:rPr>
                        <a:t>Ibrohim et al., 2024</a:t>
                      </a:r>
                    </a:p>
                  </a:txBody>
                  <a:tcPr/>
                </a:tc>
                <a:tc>
                  <a:txBody>
                    <a:bodyPr/>
                    <a:lstStyle/>
                    <a:p>
                      <a:r>
                        <a:rPr lang="en-GB" dirty="0">
                          <a:latin typeface="Times New Roman" pitchFamily="18" charset="0"/>
                          <a:cs typeface="Times New Roman" pitchFamily="18" charset="0"/>
                        </a:rPr>
                        <a:t>Sentiment Analysis for the Natural Environment: A Systematic Review</a:t>
                      </a:r>
                    </a:p>
                  </a:txBody>
                  <a:tcPr/>
                </a:tc>
                <a:tc>
                  <a:txBody>
                    <a:bodyPr/>
                    <a:lstStyle/>
                    <a:p>
                      <a:r>
                        <a:rPr lang="en-GB" dirty="0">
                          <a:latin typeface="Times New Roman" pitchFamily="18" charset="0"/>
                          <a:cs typeface="Times New Roman" pitchFamily="18" charset="0"/>
                        </a:rPr>
                        <a:t>Lexicon-based and ML models (SVM, Decision Tree)</a:t>
                      </a:r>
                    </a:p>
                  </a:txBody>
                  <a:tcPr/>
                </a:tc>
                <a:tc>
                  <a:txBody>
                    <a:bodyPr/>
                    <a:lstStyle/>
                    <a:p>
                      <a:r>
                        <a:rPr lang="en-US" dirty="0">
                          <a:latin typeface="Times New Roman" panose="02020603050405020304" pitchFamily="18" charset="0"/>
                          <a:cs typeface="Times New Roman" panose="02020603050405020304" pitchFamily="18" charset="0"/>
                        </a:rPr>
                        <a:t>Explains different methods used for sentiment analysis clearly.</a:t>
                      </a:r>
                      <a:endParaRPr lang="en-GB"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Does not propose an implementation system and does not integrate engagement metrics or dashboards.</a:t>
                      </a:r>
                      <a:endParaRPr lang="en-GB"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083364">
                <a:tc>
                  <a:txBody>
                    <a:bodyPr/>
                    <a:lstStyle/>
                    <a:p>
                      <a:r>
                        <a:rPr lang="en-US"/>
                        <a:t>3</a:t>
                      </a:r>
                      <a:endParaRPr lang="en-GB" dirty="0"/>
                    </a:p>
                  </a:txBody>
                  <a:tcPr/>
                </a:tc>
                <a:tc>
                  <a:txBody>
                    <a:bodyPr/>
                    <a:lstStyle/>
                    <a:p>
                      <a:r>
                        <a:rPr lang="en-GB" dirty="0">
                          <a:latin typeface="Times New Roman" pitchFamily="18" charset="0"/>
                          <a:cs typeface="Times New Roman" pitchFamily="18" charset="0"/>
                        </a:rPr>
                        <a:t>Bryan-Smith et al., 2023</a:t>
                      </a:r>
                    </a:p>
                  </a:txBody>
                  <a:tcPr/>
                </a:tc>
                <a:tc>
                  <a:txBody>
                    <a:bodyPr/>
                    <a:lstStyle/>
                    <a:p>
                      <a:r>
                        <a:rPr lang="en-GB" dirty="0">
                          <a:latin typeface="Times New Roman" pitchFamily="18" charset="0"/>
                          <a:cs typeface="Times New Roman" pitchFamily="18" charset="0"/>
                        </a:rPr>
                        <a:t>Real-Time Social Media Sentiment Analysis for Rapid Impact Assessment</a:t>
                      </a:r>
                    </a:p>
                  </a:txBody>
                  <a:tcPr/>
                </a:tc>
                <a:tc>
                  <a:txBody>
                    <a:bodyPr/>
                    <a:lstStyle/>
                    <a:p>
                      <a:r>
                        <a:rPr lang="en-GB">
                          <a:latin typeface="Times New Roman" pitchFamily="18" charset="0"/>
                          <a:cs typeface="Times New Roman" pitchFamily="18" charset="0"/>
                        </a:rPr>
                        <a:t>Real-time sentiment tracking using NLP-based models</a:t>
                      </a:r>
                      <a:endParaRPr lang="en-GB" dirty="0">
                        <a:latin typeface="Times New Roman" pitchFamily="18" charset="0"/>
                        <a:cs typeface="Times New Roman"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Gives fast sentiment results from social media data.</a:t>
                      </a:r>
                      <a:endParaRPr lang="en-GB"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Applied to floods, </a:t>
                      </a:r>
                      <a:r>
                        <a:rPr lang="en-US" dirty="0">
                          <a:latin typeface="Times New Roman" panose="02020603050405020304" pitchFamily="18" charset="0"/>
                          <a:cs typeface="Times New Roman" panose="02020603050405020304" pitchFamily="18" charset="0"/>
                        </a:rPr>
                        <a:t>does not support YouTube video-based input</a:t>
                      </a:r>
                      <a:endParaRPr lang="en-GB"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5" name="Date Placeholder 4"/>
          <p:cNvSpPr>
            <a:spLocks noGrp="1"/>
          </p:cNvSpPr>
          <p:nvPr>
            <p:ph type="dt" sz="half" idx="10"/>
          </p:nvPr>
        </p:nvSpPr>
        <p:spPr/>
        <p:txBody>
          <a:bodyPr/>
          <a:lstStyle/>
          <a:p>
            <a:fld id="{02646C4C-DEB0-405D-8942-FEA4B169559C}" type="datetime1">
              <a:rPr lang="en-IN" smtClean="0"/>
              <a:pPr/>
              <a:t>26-03-2026</a:t>
            </a:fld>
            <a:endParaRPr lang="en-IN"/>
          </a:p>
        </p:txBody>
      </p:sp>
      <p:sp>
        <p:nvSpPr>
          <p:cNvPr id="6" name="Slide Number Placeholder 5"/>
          <p:cNvSpPr>
            <a:spLocks noGrp="1"/>
          </p:cNvSpPr>
          <p:nvPr>
            <p:ph type="sldNum" sz="quarter" idx="12"/>
          </p:nvPr>
        </p:nvSpPr>
        <p:spPr/>
        <p:txBody>
          <a:bodyPr/>
          <a:lstStyle/>
          <a:p>
            <a:fld id="{EFBDE1D0-70A3-4286-B02A-0760FBFFEE4B}"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9F8F9-06D3-0FEF-A720-F8110A89455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B061D65-A360-21DE-9383-EC4764D4FFBB}"/>
              </a:ext>
            </a:extLst>
          </p:cNvPr>
          <p:cNvGraphicFramePr>
            <a:graphicFrameLocks noGrp="1"/>
          </p:cNvGraphicFramePr>
          <p:nvPr>
            <p:extLst>
              <p:ext uri="{D42A27DB-BD31-4B8C-83A1-F6EECF244321}">
                <p14:modId xmlns:p14="http://schemas.microsoft.com/office/powerpoint/2010/main" val="2713979714"/>
              </p:ext>
            </p:extLst>
          </p:nvPr>
        </p:nvGraphicFramePr>
        <p:xfrm>
          <a:off x="693018" y="287687"/>
          <a:ext cx="10976467" cy="5663170"/>
        </p:xfrm>
        <a:graphic>
          <a:graphicData uri="http://schemas.openxmlformats.org/drawingml/2006/table">
            <a:tbl>
              <a:tblPr bandRow="1">
                <a:tableStyleId>{5C22544A-7EE6-4342-B048-85BDC9FD1C3A}</a:tableStyleId>
              </a:tblPr>
              <a:tblGrid>
                <a:gridCol w="656201">
                  <a:extLst>
                    <a:ext uri="{9D8B030D-6E8A-4147-A177-3AD203B41FA5}">
                      <a16:colId xmlns:a16="http://schemas.microsoft.com/office/drawing/2014/main" val="20000"/>
                    </a:ext>
                  </a:extLst>
                </a:gridCol>
                <a:gridCol w="1739929">
                  <a:extLst>
                    <a:ext uri="{9D8B030D-6E8A-4147-A177-3AD203B41FA5}">
                      <a16:colId xmlns:a16="http://schemas.microsoft.com/office/drawing/2014/main" val="20001"/>
                    </a:ext>
                  </a:extLst>
                </a:gridCol>
                <a:gridCol w="1948622">
                  <a:extLst>
                    <a:ext uri="{9D8B030D-6E8A-4147-A177-3AD203B41FA5}">
                      <a16:colId xmlns:a16="http://schemas.microsoft.com/office/drawing/2014/main" val="20002"/>
                    </a:ext>
                  </a:extLst>
                </a:gridCol>
                <a:gridCol w="1448251">
                  <a:extLst>
                    <a:ext uri="{9D8B030D-6E8A-4147-A177-3AD203B41FA5}">
                      <a16:colId xmlns:a16="http://schemas.microsoft.com/office/drawing/2014/main" val="20003"/>
                    </a:ext>
                  </a:extLst>
                </a:gridCol>
                <a:gridCol w="2240498">
                  <a:extLst>
                    <a:ext uri="{9D8B030D-6E8A-4147-A177-3AD203B41FA5}">
                      <a16:colId xmlns:a16="http://schemas.microsoft.com/office/drawing/2014/main" val="20004"/>
                    </a:ext>
                  </a:extLst>
                </a:gridCol>
                <a:gridCol w="2942966">
                  <a:extLst>
                    <a:ext uri="{9D8B030D-6E8A-4147-A177-3AD203B41FA5}">
                      <a16:colId xmlns:a16="http://schemas.microsoft.com/office/drawing/2014/main" val="20005"/>
                    </a:ext>
                  </a:extLst>
                </a:gridCol>
              </a:tblGrid>
              <a:tr h="1825962">
                <a:tc>
                  <a:txBody>
                    <a:bodyPr/>
                    <a:lstStyle/>
                    <a:p>
                      <a:r>
                        <a:rPr lang="en-US" dirty="0">
                          <a:latin typeface="Times New Roman" pitchFamily="18" charset="0"/>
                          <a:cs typeface="Times New Roman" pitchFamily="18" charset="0"/>
                        </a:rPr>
                        <a:t>4</a:t>
                      </a:r>
                      <a:endParaRPr lang="en-GB" dirty="0">
                        <a:latin typeface="Times New Roman" pitchFamily="18" charset="0"/>
                        <a:cs typeface="Times New Roman"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Arsen </a:t>
                      </a:r>
                      <a:r>
                        <a:rPr lang="en-IN" dirty="0" err="1">
                          <a:latin typeface="Times New Roman" panose="02020603050405020304" pitchFamily="18" charset="0"/>
                          <a:cs typeface="Times New Roman" panose="02020603050405020304" pitchFamily="18" charset="0"/>
                        </a:rPr>
                        <a:t>Tolebay</a:t>
                      </a:r>
                      <a:r>
                        <a:rPr lang="en-IN" dirty="0">
                          <a:latin typeface="Times New Roman" panose="02020603050405020304" pitchFamily="18" charset="0"/>
                          <a:cs typeface="Times New Roman" panose="02020603050405020304" pitchFamily="18" charset="0"/>
                        </a:rPr>
                        <a:t> Nurlanuly.,2025</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Sentiment Analysis of Texts from Social Networks Based on Machine Learning Methods</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Machine learning and transformer-based models</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Combines traditional ML and deep learning for sentiment analysis</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Does not handle engagement factors and does not provide an end-to-end user interface</a:t>
                      </a:r>
                      <a:endParaRPr lang="en-GB"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2180232">
                <a:tc>
                  <a:txBody>
                    <a:bodyPr/>
                    <a:lstStyle/>
                    <a:p>
                      <a:r>
                        <a:rPr lang="en-US" dirty="0">
                          <a:latin typeface="Times New Roman" pitchFamily="18" charset="0"/>
                          <a:cs typeface="Times New Roman" pitchFamily="18" charset="0"/>
                        </a:rPr>
                        <a:t>5</a:t>
                      </a:r>
                      <a:endParaRPr lang="en-GB" dirty="0">
                        <a:latin typeface="Times New Roman" pitchFamily="18" charset="0"/>
                        <a:cs typeface="Times New Roman" pitchFamily="18" charset="0"/>
                      </a:endParaRPr>
                    </a:p>
                  </a:txBody>
                  <a:tcPr/>
                </a:tc>
                <a:tc>
                  <a:txBody>
                    <a:bodyPr/>
                    <a:lstStyle/>
                    <a:p>
                      <a:r>
                        <a:rPr lang="sv-SE" dirty="0">
                          <a:latin typeface="Times New Roman" panose="02020603050405020304" pitchFamily="18" charset="0"/>
                          <a:cs typeface="Times New Roman" panose="02020603050405020304" pitchFamily="18" charset="0"/>
                        </a:rPr>
                        <a:t>Arun Kumar et al</a:t>
                      </a:r>
                      <a:r>
                        <a:rPr lang="en-IN" dirty="0">
                          <a:latin typeface="Times New Roman" panose="02020603050405020304" pitchFamily="18" charset="0"/>
                          <a:cs typeface="Times New Roman" panose="02020603050405020304" pitchFamily="18" charset="0"/>
                        </a:rPr>
                        <a:t>.,2024</a:t>
                      </a:r>
                      <a:endParaRPr lang="en-GB" b="0" dirty="0">
                        <a:latin typeface="Times New Roman" pitchFamily="18" charset="0"/>
                        <a:cs typeface="Times New Roman"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Emotion Detection from Text Using NLP Techniques</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Lexicon-based and machine learning emotion detection</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Identifies basic emotions from text</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Limited to predefined emotions and no real-time YouTube comment analysis</a:t>
                      </a:r>
                      <a:endParaRPr lang="en-GB"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656976">
                <a:tc>
                  <a:txBody>
                    <a:bodyPr/>
                    <a:lstStyle/>
                    <a:p>
                      <a:r>
                        <a:rPr lang="en-US" dirty="0">
                          <a:latin typeface="Times New Roman" pitchFamily="18" charset="0"/>
                          <a:cs typeface="Times New Roman" pitchFamily="18" charset="0"/>
                        </a:rPr>
                        <a:t>6</a:t>
                      </a:r>
                      <a:endParaRPr lang="en-GB" dirty="0">
                        <a:latin typeface="Times New Roman" pitchFamily="18" charset="0"/>
                        <a:cs typeface="Times New Roman" pitchFamily="18" charset="0"/>
                      </a:endParaRPr>
                    </a:p>
                  </a:txBody>
                  <a:tcPr/>
                </a:tc>
                <a:tc>
                  <a:txBody>
                    <a:bodyPr/>
                    <a:lstStyle/>
                    <a:p>
                      <a:pPr algn="l"/>
                      <a:r>
                        <a:rPr lang="en-IN" dirty="0">
                          <a:latin typeface="Times New Roman" panose="02020603050405020304" pitchFamily="18" charset="0"/>
                          <a:cs typeface="Times New Roman" panose="02020603050405020304" pitchFamily="18" charset="0"/>
                        </a:rPr>
                        <a:t>Vidhya et al.,</a:t>
                      </a:r>
                      <a:r>
                        <a:rPr lang="en-GB" dirty="0">
                          <a:latin typeface="Times New Roman" pitchFamily="18" charset="0"/>
                          <a:cs typeface="Times New Roman" pitchFamily="18" charset="0"/>
                        </a:rPr>
                        <a:t>2023</a:t>
                      </a:r>
                    </a:p>
                  </a:txBody>
                  <a:tcPr/>
                </a:tc>
                <a:tc>
                  <a:txBody>
                    <a:bodyPr/>
                    <a:lstStyle/>
                    <a:p>
                      <a:r>
                        <a:rPr lang="en-US" sz="1800" dirty="0">
                          <a:latin typeface="Times New Roman" panose="02020603050405020304" pitchFamily="18" charset="0"/>
                          <a:cs typeface="Times New Roman" panose="02020603050405020304" pitchFamily="18" charset="0"/>
                        </a:rPr>
                        <a:t>Techniques </a:t>
                      </a:r>
                      <a:r>
                        <a:rPr lang="en-US" dirty="0">
                          <a:latin typeface="Times New Roman" panose="02020603050405020304" pitchFamily="18" charset="0"/>
                          <a:cs typeface="Times New Roman" panose="02020603050405020304" pitchFamily="18" charset="0"/>
                        </a:rPr>
                        <a:t>Opinion Mining and Sentiment Analysis</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Machine learning–based sentiment classification</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Helps identify positive and negative opinions from text</a:t>
                      </a:r>
                      <a:endParaRPr lang="en-GB"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Lacks real-time YouTube data analysis</a:t>
                      </a:r>
                      <a:r>
                        <a:rPr lang="en-IN" dirty="0">
                          <a:latin typeface="Times New Roman" panose="02020603050405020304" pitchFamily="18" charset="0"/>
                          <a:cs typeface="Times New Roman" panose="02020603050405020304" pitchFamily="18" charset="0"/>
                        </a:rPr>
                        <a:t> and no dashboard visualization</a:t>
                      </a:r>
                      <a:endParaRPr lang="en-GB"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sp>
        <p:nvSpPr>
          <p:cNvPr id="3" name="Date Placeholder 2">
            <a:extLst>
              <a:ext uri="{FF2B5EF4-FFF2-40B4-BE49-F238E27FC236}">
                <a16:creationId xmlns:a16="http://schemas.microsoft.com/office/drawing/2014/main" id="{BC5CD107-C086-9434-D6BF-30FC3D425BEA}"/>
              </a:ext>
            </a:extLst>
          </p:cNvPr>
          <p:cNvSpPr>
            <a:spLocks noGrp="1"/>
          </p:cNvSpPr>
          <p:nvPr>
            <p:ph type="dt" sz="half" idx="10"/>
          </p:nvPr>
        </p:nvSpPr>
        <p:spPr/>
        <p:txBody>
          <a:bodyPr/>
          <a:lstStyle/>
          <a:p>
            <a:fld id="{20712DE9-BE9E-47F9-B20F-7AF814BE3D8B}" type="datetime1">
              <a:rPr lang="en-IN" smtClean="0"/>
              <a:pPr/>
              <a:t>26-03-2026</a:t>
            </a:fld>
            <a:endParaRPr lang="en-IN" dirty="0"/>
          </a:p>
        </p:txBody>
      </p:sp>
      <p:sp>
        <p:nvSpPr>
          <p:cNvPr id="5" name="Slide Number Placeholder 4">
            <a:extLst>
              <a:ext uri="{FF2B5EF4-FFF2-40B4-BE49-F238E27FC236}">
                <a16:creationId xmlns:a16="http://schemas.microsoft.com/office/drawing/2014/main" id="{974EC2ED-F55E-D278-6A16-3551312224FF}"/>
              </a:ext>
            </a:extLst>
          </p:cNvPr>
          <p:cNvSpPr>
            <a:spLocks noGrp="1"/>
          </p:cNvSpPr>
          <p:nvPr>
            <p:ph type="sldNum" sz="quarter" idx="12"/>
          </p:nvPr>
        </p:nvSpPr>
        <p:spPr/>
        <p:txBody>
          <a:bodyPr/>
          <a:lstStyle/>
          <a:p>
            <a:fld id="{EFBDE1D0-70A3-4286-B02A-0760FBFFEE4B}" type="slidenum">
              <a:rPr lang="en-IN" smtClean="0"/>
              <a:pPr/>
              <a:t>8</a:t>
            </a:fld>
            <a:endParaRPr lang="en-IN"/>
          </a:p>
        </p:txBody>
      </p:sp>
    </p:spTree>
    <p:extLst>
      <p:ext uri="{BB962C8B-B14F-4D97-AF65-F5344CB8AC3E}">
        <p14:creationId xmlns:p14="http://schemas.microsoft.com/office/powerpoint/2010/main" val="3867965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EA4BD-2B25-7691-ABD8-3B2E906524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4252DC-0B50-6268-2E12-EC21EA8749FC}"/>
              </a:ext>
            </a:extLst>
          </p:cNvPr>
          <p:cNvSpPr txBox="1"/>
          <p:nvPr/>
        </p:nvSpPr>
        <p:spPr>
          <a:xfrm>
            <a:off x="448733" y="381000"/>
            <a:ext cx="11049000" cy="769441"/>
          </a:xfrm>
          <a:prstGeom prst="rect">
            <a:avLst/>
          </a:prstGeom>
          <a:noFill/>
        </p:spPr>
        <p:txBody>
          <a:bodyPr wrap="square" rtlCol="0">
            <a:spAutoFit/>
          </a:bodyPr>
          <a:lstStyle/>
          <a:p>
            <a:r>
              <a:rPr lang="en-US" sz="4400" dirty="0">
                <a:latin typeface="Times New Roman" pitchFamily="18" charset="0"/>
                <a:cs typeface="Times New Roman" pitchFamily="18" charset="0"/>
              </a:rPr>
              <a:t>SYSTEM ARCHITECTURE</a:t>
            </a:r>
            <a:endParaRPr lang="en-GB" sz="4400"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360DCFA-4B45-F4BE-D903-5ED225EE841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91181" y="1018592"/>
            <a:ext cx="8964104" cy="5458408"/>
          </a:xfrm>
          <a:prstGeom prst="rect">
            <a:avLst/>
          </a:prstGeom>
        </p:spPr>
      </p:pic>
      <p:sp>
        <p:nvSpPr>
          <p:cNvPr id="4" name="Date Placeholder 3">
            <a:extLst>
              <a:ext uri="{FF2B5EF4-FFF2-40B4-BE49-F238E27FC236}">
                <a16:creationId xmlns:a16="http://schemas.microsoft.com/office/drawing/2014/main" id="{9E6210A3-8348-FAC9-6FD4-E049741AD5A8}"/>
              </a:ext>
            </a:extLst>
          </p:cNvPr>
          <p:cNvSpPr>
            <a:spLocks noGrp="1"/>
          </p:cNvSpPr>
          <p:nvPr>
            <p:ph type="dt" sz="half" idx="10"/>
          </p:nvPr>
        </p:nvSpPr>
        <p:spPr/>
        <p:txBody>
          <a:bodyPr/>
          <a:lstStyle/>
          <a:p>
            <a:fld id="{62F73600-C362-4D3A-B60F-5747265BFC96}" type="datetime1">
              <a:rPr lang="en-IN" smtClean="0"/>
              <a:pPr/>
              <a:t>26-03-2026</a:t>
            </a:fld>
            <a:endParaRPr lang="en-IN"/>
          </a:p>
        </p:txBody>
      </p:sp>
      <p:sp>
        <p:nvSpPr>
          <p:cNvPr id="5" name="Slide Number Placeholder 4">
            <a:extLst>
              <a:ext uri="{FF2B5EF4-FFF2-40B4-BE49-F238E27FC236}">
                <a16:creationId xmlns:a16="http://schemas.microsoft.com/office/drawing/2014/main" id="{5535E27C-47AD-077B-1BD5-9D2076FF333D}"/>
              </a:ext>
            </a:extLst>
          </p:cNvPr>
          <p:cNvSpPr>
            <a:spLocks noGrp="1"/>
          </p:cNvSpPr>
          <p:nvPr>
            <p:ph type="sldNum" sz="quarter" idx="12"/>
          </p:nvPr>
        </p:nvSpPr>
        <p:spPr/>
        <p:txBody>
          <a:bodyPr/>
          <a:lstStyle/>
          <a:p>
            <a:fld id="{EFBDE1D0-70A3-4286-B02A-0760FBFFEE4B}" type="slidenum">
              <a:rPr lang="en-IN" smtClean="0"/>
              <a:pPr/>
              <a:t>9</a:t>
            </a:fld>
            <a:endParaRPr lang="en-IN"/>
          </a:p>
        </p:txBody>
      </p:sp>
      <p:sp>
        <p:nvSpPr>
          <p:cNvPr id="8" name="Rectangle 7">
            <a:extLst>
              <a:ext uri="{FF2B5EF4-FFF2-40B4-BE49-F238E27FC236}">
                <a16:creationId xmlns:a16="http://schemas.microsoft.com/office/drawing/2014/main" id="{1FD2843B-5F92-42DA-6A78-397D1341714F}"/>
              </a:ext>
            </a:extLst>
          </p:cNvPr>
          <p:cNvSpPr/>
          <p:nvPr/>
        </p:nvSpPr>
        <p:spPr>
          <a:xfrm>
            <a:off x="2590800" y="5029200"/>
            <a:ext cx="1447800"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Rectangle 8">
            <a:extLst>
              <a:ext uri="{FF2B5EF4-FFF2-40B4-BE49-F238E27FC236}">
                <a16:creationId xmlns:a16="http://schemas.microsoft.com/office/drawing/2014/main" id="{AEA05F0D-9AE9-5300-30C7-6E3F8C20D085}"/>
              </a:ext>
            </a:extLst>
          </p:cNvPr>
          <p:cNvSpPr/>
          <p:nvPr/>
        </p:nvSpPr>
        <p:spPr>
          <a:xfrm>
            <a:off x="7997535" y="5029200"/>
            <a:ext cx="1447800"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Rectangle 9">
            <a:extLst>
              <a:ext uri="{FF2B5EF4-FFF2-40B4-BE49-F238E27FC236}">
                <a16:creationId xmlns:a16="http://schemas.microsoft.com/office/drawing/2014/main" id="{349847F4-66ED-E08A-BC1D-C6345936DE02}"/>
              </a:ext>
            </a:extLst>
          </p:cNvPr>
          <p:cNvSpPr/>
          <p:nvPr/>
        </p:nvSpPr>
        <p:spPr>
          <a:xfrm>
            <a:off x="4648200" y="1605470"/>
            <a:ext cx="2112818"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88607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145" y="365126"/>
            <a:ext cx="10612655" cy="924660"/>
          </a:xfrm>
        </p:spPr>
        <p:txBody>
          <a:bodyPr>
            <a:normAutofit/>
          </a:bodyPr>
          <a:lstStyle/>
          <a:p>
            <a:r>
              <a:rPr lang="en-IN" sz="3600" b="1" dirty="0">
                <a:latin typeface="Times New Roman" panose="02020603050405020304" pitchFamily="18" charset="0"/>
                <a:cs typeface="Times New Roman" panose="02020603050405020304" pitchFamily="18" charset="0"/>
              </a:rPr>
              <a:t>METHODS AND TECHNIQUES</a:t>
            </a:r>
            <a:endParaRPr lang="en-GB" sz="3600" b="1" dirty="0">
              <a:latin typeface="Times New Roman" panose="02020603050405020304" pitchFamily="18" charset="0"/>
              <a:cs typeface="Times New Roman" pitchFamily="18" charset="0"/>
            </a:endParaRPr>
          </a:p>
        </p:txBody>
      </p:sp>
      <p:sp>
        <p:nvSpPr>
          <p:cNvPr id="4" name="Date Placeholder 3"/>
          <p:cNvSpPr>
            <a:spLocks noGrp="1"/>
          </p:cNvSpPr>
          <p:nvPr>
            <p:ph type="dt" sz="half" idx="10"/>
          </p:nvPr>
        </p:nvSpPr>
        <p:spPr/>
        <p:txBody>
          <a:bodyPr/>
          <a:lstStyle/>
          <a:p>
            <a:fld id="{44B9535D-D051-42EB-8A28-F1AB443577A3}" type="datetime1">
              <a:rPr lang="en-IN" smtClean="0"/>
              <a:pPr/>
              <a:t>26-03-2026</a:t>
            </a:fld>
            <a:endParaRPr lang="en-IN"/>
          </a:p>
        </p:txBody>
      </p:sp>
      <p:sp>
        <p:nvSpPr>
          <p:cNvPr id="6" name="Slide Number Placeholder 5"/>
          <p:cNvSpPr>
            <a:spLocks noGrp="1"/>
          </p:cNvSpPr>
          <p:nvPr>
            <p:ph type="sldNum" sz="quarter" idx="12"/>
          </p:nvPr>
        </p:nvSpPr>
        <p:spPr/>
        <p:txBody>
          <a:bodyPr/>
          <a:lstStyle/>
          <a:p>
            <a:fld id="{EFBDE1D0-70A3-4286-B02A-0760FBFFEE4B}" type="slidenum">
              <a:rPr lang="en-IN" smtClean="0"/>
              <a:pPr/>
              <a:t>10</a:t>
            </a:fld>
            <a:endParaRPr lang="en-IN"/>
          </a:p>
        </p:txBody>
      </p:sp>
      <p:sp>
        <p:nvSpPr>
          <p:cNvPr id="8" name="Rectangle 2">
            <a:extLst>
              <a:ext uri="{FF2B5EF4-FFF2-40B4-BE49-F238E27FC236}">
                <a16:creationId xmlns:a16="http://schemas.microsoft.com/office/drawing/2014/main" id="{ACF2CFA4-9BE0-B555-7116-A000E6495C05}"/>
              </a:ext>
            </a:extLst>
          </p:cNvPr>
          <p:cNvSpPr>
            <a:spLocks noGrp="1" noChangeArrowheads="1"/>
          </p:cNvSpPr>
          <p:nvPr>
            <p:ph idx="1"/>
          </p:nvPr>
        </p:nvSpPr>
        <p:spPr bwMode="auto">
          <a:xfrm>
            <a:off x="838200" y="1676575"/>
            <a:ext cx="7579319" cy="307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Collection: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YouTube Data API</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Text Preprocessing: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Cleaning, tokenization,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stopword</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removal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Sentiment Analysis: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TextBlob</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VADER, BERT,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RoBERTa</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Emotion Detection: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Deep learning-based emotion classification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Ensemble Technique: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Combining multiple model outputs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Visualization: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Graphs and charts using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81F31-95B5-11A0-7831-E10F31C5F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5E7CD-CAD4-A312-9FAB-40DDFD11F390}"/>
              </a:ext>
            </a:extLst>
          </p:cNvPr>
          <p:cNvSpPr>
            <a:spLocks noGrp="1"/>
          </p:cNvSpPr>
          <p:nvPr>
            <p:ph type="title"/>
          </p:nvPr>
        </p:nvSpPr>
        <p:spPr>
          <a:xfrm>
            <a:off x="741145" y="365126"/>
            <a:ext cx="10612655" cy="924660"/>
          </a:xfrm>
        </p:spPr>
        <p:txBody>
          <a:bodyPr>
            <a:normAutofit/>
          </a:bodyPr>
          <a:lstStyle/>
          <a:p>
            <a:r>
              <a:rPr lang="en-IN" sz="3600" b="1" dirty="0">
                <a:latin typeface="Times New Roman" panose="02020603050405020304" pitchFamily="18" charset="0"/>
                <a:cs typeface="Times New Roman" panose="02020603050405020304" pitchFamily="18" charset="0"/>
              </a:rPr>
              <a:t>MODULES DESCRIPTION</a:t>
            </a:r>
            <a:endParaRPr lang="en-GB" sz="3600" b="1" dirty="0">
              <a:latin typeface="Times New Roman" panose="02020603050405020304" pitchFamily="18" charset="0"/>
              <a:cs typeface="Times New Roman" pitchFamily="18" charset="0"/>
            </a:endParaRPr>
          </a:p>
        </p:txBody>
      </p:sp>
      <p:sp>
        <p:nvSpPr>
          <p:cNvPr id="4" name="Date Placeholder 3">
            <a:extLst>
              <a:ext uri="{FF2B5EF4-FFF2-40B4-BE49-F238E27FC236}">
                <a16:creationId xmlns:a16="http://schemas.microsoft.com/office/drawing/2014/main" id="{EA23D2BA-33C3-950C-80EB-4516589C08E6}"/>
              </a:ext>
            </a:extLst>
          </p:cNvPr>
          <p:cNvSpPr>
            <a:spLocks noGrp="1"/>
          </p:cNvSpPr>
          <p:nvPr>
            <p:ph type="dt" sz="half" idx="10"/>
          </p:nvPr>
        </p:nvSpPr>
        <p:spPr/>
        <p:txBody>
          <a:bodyPr/>
          <a:lstStyle/>
          <a:p>
            <a:fld id="{44B9535D-D051-42EB-8A28-F1AB443577A3}" type="datetime1">
              <a:rPr lang="en-IN" smtClean="0"/>
              <a:pPr/>
              <a:t>26-03-2026</a:t>
            </a:fld>
            <a:endParaRPr lang="en-IN"/>
          </a:p>
        </p:txBody>
      </p:sp>
      <p:sp>
        <p:nvSpPr>
          <p:cNvPr id="6" name="Slide Number Placeholder 5">
            <a:extLst>
              <a:ext uri="{FF2B5EF4-FFF2-40B4-BE49-F238E27FC236}">
                <a16:creationId xmlns:a16="http://schemas.microsoft.com/office/drawing/2014/main" id="{8F51D696-1B16-9404-D693-8C8BCF4A4B3D}"/>
              </a:ext>
            </a:extLst>
          </p:cNvPr>
          <p:cNvSpPr>
            <a:spLocks noGrp="1"/>
          </p:cNvSpPr>
          <p:nvPr>
            <p:ph type="sldNum" sz="quarter" idx="12"/>
          </p:nvPr>
        </p:nvSpPr>
        <p:spPr/>
        <p:txBody>
          <a:bodyPr/>
          <a:lstStyle/>
          <a:p>
            <a:fld id="{EFBDE1D0-70A3-4286-B02A-0760FBFFEE4B}" type="slidenum">
              <a:rPr lang="en-IN" smtClean="0"/>
              <a:pPr/>
              <a:t>11</a:t>
            </a:fld>
            <a:endParaRPr lang="en-IN"/>
          </a:p>
        </p:txBody>
      </p:sp>
      <p:sp>
        <p:nvSpPr>
          <p:cNvPr id="7" name="Rectangle 2">
            <a:extLst>
              <a:ext uri="{FF2B5EF4-FFF2-40B4-BE49-F238E27FC236}">
                <a16:creationId xmlns:a16="http://schemas.microsoft.com/office/drawing/2014/main" id="{20053ADC-F41B-E5C0-1ED3-46F33F636AFF}"/>
              </a:ext>
            </a:extLst>
          </p:cNvPr>
          <p:cNvSpPr>
            <a:spLocks noGrp="1" noChangeArrowheads="1"/>
          </p:cNvSpPr>
          <p:nvPr>
            <p:ph idx="1"/>
          </p:nvPr>
        </p:nvSpPr>
        <p:spPr bwMode="auto">
          <a:xfrm>
            <a:off x="838199" y="1458658"/>
            <a:ext cx="5209273" cy="358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 Module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provides YouTube video link</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sentiment and emotion results</a:t>
            </a:r>
          </a:p>
          <a:p>
            <a:pPr marR="0" lvl="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Module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Fetches comments using YouTube Data API</a:t>
            </a:r>
          </a:p>
          <a:p>
            <a:pPr marR="0" lvl="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 Module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Removes noise, spam, and irrelevant text</a:t>
            </a:r>
          </a:p>
        </p:txBody>
      </p:sp>
      <p:sp>
        <p:nvSpPr>
          <p:cNvPr id="10" name="TextBox 9">
            <a:extLst>
              <a:ext uri="{FF2B5EF4-FFF2-40B4-BE49-F238E27FC236}">
                <a16:creationId xmlns:a16="http://schemas.microsoft.com/office/drawing/2014/main" id="{D6B68C0D-290F-459D-FC24-AA302AAF5164}"/>
              </a:ext>
            </a:extLst>
          </p:cNvPr>
          <p:cNvSpPr txBox="1"/>
          <p:nvPr/>
        </p:nvSpPr>
        <p:spPr>
          <a:xfrm>
            <a:off x="6047472" y="1458658"/>
            <a:ext cx="6096000" cy="3078535"/>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 Analysis Module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Classifies comments into sentiment categories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 Analysis Module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emotions like joy, anger, fear, and sadness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Module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results using charts and dashboards</a:t>
            </a:r>
          </a:p>
        </p:txBody>
      </p:sp>
    </p:spTree>
    <p:extLst>
      <p:ext uri="{BB962C8B-B14F-4D97-AF65-F5344CB8AC3E}">
        <p14:creationId xmlns:p14="http://schemas.microsoft.com/office/powerpoint/2010/main" val="2827403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0F69-F4AA-40DD-4525-CF69521FB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74EF2-AB4D-42EA-BB4D-7D6084338513}"/>
              </a:ext>
            </a:extLst>
          </p:cNvPr>
          <p:cNvSpPr>
            <a:spLocks noGrp="1"/>
          </p:cNvSpPr>
          <p:nvPr>
            <p:ph type="title"/>
          </p:nvPr>
        </p:nvSpPr>
        <p:spPr>
          <a:xfrm>
            <a:off x="741145" y="365126"/>
            <a:ext cx="10612655" cy="924660"/>
          </a:xfrm>
        </p:spPr>
        <p:txBody>
          <a:bodyPr>
            <a:normAutofit/>
          </a:bodyPr>
          <a:lstStyle/>
          <a:p>
            <a:r>
              <a:rPr lang="en-IN" sz="3600" b="1" dirty="0">
                <a:latin typeface="Times New Roman" panose="02020603050405020304" pitchFamily="18" charset="0"/>
                <a:cs typeface="Times New Roman" panose="02020603050405020304" pitchFamily="18" charset="0"/>
              </a:rPr>
              <a:t>REQUIREMENT ANALYSIS</a:t>
            </a:r>
            <a:endParaRPr lang="en-GB" sz="3600" b="1" dirty="0">
              <a:latin typeface="Times New Roman" panose="02020603050405020304" pitchFamily="18" charset="0"/>
              <a:cs typeface="Times New Roman" pitchFamily="18" charset="0"/>
            </a:endParaRPr>
          </a:p>
        </p:txBody>
      </p:sp>
      <p:sp>
        <p:nvSpPr>
          <p:cNvPr id="4" name="Date Placeholder 3">
            <a:extLst>
              <a:ext uri="{FF2B5EF4-FFF2-40B4-BE49-F238E27FC236}">
                <a16:creationId xmlns:a16="http://schemas.microsoft.com/office/drawing/2014/main" id="{00E1B432-33D1-DE27-21E0-C29B66EAC098}"/>
              </a:ext>
            </a:extLst>
          </p:cNvPr>
          <p:cNvSpPr>
            <a:spLocks noGrp="1"/>
          </p:cNvSpPr>
          <p:nvPr>
            <p:ph type="dt" sz="half" idx="10"/>
          </p:nvPr>
        </p:nvSpPr>
        <p:spPr/>
        <p:txBody>
          <a:bodyPr/>
          <a:lstStyle/>
          <a:p>
            <a:fld id="{44B9535D-D051-42EB-8A28-F1AB443577A3}" type="datetime1">
              <a:rPr lang="en-IN" smtClean="0"/>
              <a:pPr/>
              <a:t>26-03-2026</a:t>
            </a:fld>
            <a:endParaRPr lang="en-IN"/>
          </a:p>
        </p:txBody>
      </p:sp>
      <p:sp>
        <p:nvSpPr>
          <p:cNvPr id="6" name="Slide Number Placeholder 5">
            <a:extLst>
              <a:ext uri="{FF2B5EF4-FFF2-40B4-BE49-F238E27FC236}">
                <a16:creationId xmlns:a16="http://schemas.microsoft.com/office/drawing/2014/main" id="{F5FA77FB-F06C-7775-00DA-D8EA7D9742F4}"/>
              </a:ext>
            </a:extLst>
          </p:cNvPr>
          <p:cNvSpPr>
            <a:spLocks noGrp="1"/>
          </p:cNvSpPr>
          <p:nvPr>
            <p:ph type="sldNum" sz="quarter" idx="12"/>
          </p:nvPr>
        </p:nvSpPr>
        <p:spPr/>
        <p:txBody>
          <a:bodyPr/>
          <a:lstStyle/>
          <a:p>
            <a:fld id="{EFBDE1D0-70A3-4286-B02A-0760FBFFEE4B}" type="slidenum">
              <a:rPr lang="en-IN" smtClean="0"/>
              <a:pPr/>
              <a:t>12</a:t>
            </a:fld>
            <a:endParaRPr lang="en-IN"/>
          </a:p>
        </p:txBody>
      </p:sp>
      <p:sp>
        <p:nvSpPr>
          <p:cNvPr id="7" name="Rectangle 2">
            <a:extLst>
              <a:ext uri="{FF2B5EF4-FFF2-40B4-BE49-F238E27FC236}">
                <a16:creationId xmlns:a16="http://schemas.microsoft.com/office/drawing/2014/main" id="{C9E52EFF-71C2-D241-4F01-D32B64A871B1}"/>
              </a:ext>
            </a:extLst>
          </p:cNvPr>
          <p:cNvSpPr>
            <a:spLocks noGrp="1" noChangeArrowheads="1"/>
          </p:cNvSpPr>
          <p:nvPr>
            <p:ph idx="1"/>
          </p:nvPr>
        </p:nvSpPr>
        <p:spPr bwMode="auto">
          <a:xfrm>
            <a:off x="838199" y="1710009"/>
            <a:ext cx="5209273" cy="30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200" b="1" dirty="0">
                <a:latin typeface="Times New Roman" panose="02020603050405020304" pitchFamily="18" charset="0"/>
                <a:cs typeface="Times New Roman" panose="02020603050405020304" pitchFamily="18" charset="0"/>
              </a:rPr>
              <a:t>FUNCTIONAL REQUIREMENTS</a:t>
            </a:r>
          </a:p>
          <a:p>
            <a:pPr>
              <a:lnSpc>
                <a:spcPct val="150000"/>
              </a:lnSpc>
            </a:pPr>
            <a:r>
              <a:rPr lang="en-US" sz="2200" dirty="0">
                <a:latin typeface="Times New Roman" panose="02020603050405020304" pitchFamily="18" charset="0"/>
                <a:cs typeface="Times New Roman" panose="02020603050405020304" pitchFamily="18" charset="0"/>
              </a:rPr>
              <a:t>Accept YouTube video link as input</a:t>
            </a:r>
          </a:p>
          <a:p>
            <a:pPr>
              <a:lnSpc>
                <a:spcPct val="150000"/>
              </a:lnSpc>
            </a:pPr>
            <a:r>
              <a:rPr lang="en-US" sz="2200" dirty="0">
                <a:latin typeface="Times New Roman" panose="02020603050405020304" pitchFamily="18" charset="0"/>
                <a:cs typeface="Times New Roman" panose="02020603050405020304" pitchFamily="18" charset="0"/>
              </a:rPr>
              <a:t>Fetch and process YouTube comments</a:t>
            </a:r>
          </a:p>
          <a:p>
            <a:pPr>
              <a:lnSpc>
                <a:spcPct val="150000"/>
              </a:lnSpc>
            </a:pPr>
            <a:r>
              <a:rPr lang="en-US" sz="2200" dirty="0">
                <a:latin typeface="Times New Roman" panose="02020603050405020304" pitchFamily="18" charset="0"/>
                <a:cs typeface="Times New Roman" panose="02020603050405020304" pitchFamily="18" charset="0"/>
              </a:rPr>
              <a:t>Perform sentiment and emotion analysis</a:t>
            </a:r>
          </a:p>
          <a:p>
            <a:pPr>
              <a:lnSpc>
                <a:spcPct val="150000"/>
              </a:lnSpc>
            </a:pPr>
            <a:r>
              <a:rPr lang="en-US" sz="2200" dirty="0">
                <a:latin typeface="Times New Roman" panose="02020603050405020304" pitchFamily="18" charset="0"/>
                <a:cs typeface="Times New Roman" panose="02020603050405020304" pitchFamily="18" charset="0"/>
              </a:rPr>
              <a:t>Display analysis results visually</a:t>
            </a:r>
          </a:p>
        </p:txBody>
      </p:sp>
      <p:sp>
        <p:nvSpPr>
          <p:cNvPr id="10" name="TextBox 9">
            <a:extLst>
              <a:ext uri="{FF2B5EF4-FFF2-40B4-BE49-F238E27FC236}">
                <a16:creationId xmlns:a16="http://schemas.microsoft.com/office/drawing/2014/main" id="{4256018C-17D9-D5E7-D8C6-0247C449FBF4}"/>
              </a:ext>
            </a:extLst>
          </p:cNvPr>
          <p:cNvSpPr txBox="1"/>
          <p:nvPr/>
        </p:nvSpPr>
        <p:spPr>
          <a:xfrm>
            <a:off x="6476963" y="1841162"/>
            <a:ext cx="6096000" cy="240142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NON-FUNCTIONAL REQUIREMENTS</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System should be user-friendly</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Response time should be minimal</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 accuracy in sentiment classification</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Secure handling of API keys</a:t>
            </a:r>
          </a:p>
        </p:txBody>
      </p:sp>
    </p:spTree>
    <p:extLst>
      <p:ext uri="{BB962C8B-B14F-4D97-AF65-F5344CB8AC3E}">
        <p14:creationId xmlns:p14="http://schemas.microsoft.com/office/powerpoint/2010/main" val="3147322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9AB94-A85E-C439-1409-A9A425638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81D34-277B-980A-EF8E-5A7208AE2A4D}"/>
              </a:ext>
            </a:extLst>
          </p:cNvPr>
          <p:cNvSpPr>
            <a:spLocks noGrp="1"/>
          </p:cNvSpPr>
          <p:nvPr>
            <p:ph type="title"/>
          </p:nvPr>
        </p:nvSpPr>
        <p:spPr>
          <a:xfrm>
            <a:off x="741145" y="365126"/>
            <a:ext cx="10612655" cy="924660"/>
          </a:xfrm>
        </p:spPr>
        <p:txBody>
          <a:bodyPr>
            <a:normAutofit/>
          </a:bodyPr>
          <a:lstStyle/>
          <a:p>
            <a:r>
              <a:rPr lang="en-IN" sz="3600" b="1" dirty="0">
                <a:latin typeface="Times New Roman" panose="02020603050405020304" pitchFamily="18" charset="0"/>
                <a:cs typeface="Times New Roman" panose="02020603050405020304" pitchFamily="18" charset="0"/>
              </a:rPr>
              <a:t>REQUIREMENT ANALYSIS</a:t>
            </a:r>
            <a:endParaRPr lang="en-GB" sz="3600" b="1" dirty="0">
              <a:latin typeface="Times New Roman" panose="02020603050405020304" pitchFamily="18" charset="0"/>
              <a:cs typeface="Times New Roman" pitchFamily="18" charset="0"/>
            </a:endParaRPr>
          </a:p>
        </p:txBody>
      </p:sp>
      <p:sp>
        <p:nvSpPr>
          <p:cNvPr id="4" name="Date Placeholder 3">
            <a:extLst>
              <a:ext uri="{FF2B5EF4-FFF2-40B4-BE49-F238E27FC236}">
                <a16:creationId xmlns:a16="http://schemas.microsoft.com/office/drawing/2014/main" id="{9D30698A-133F-6461-494A-5C1092C34A27}"/>
              </a:ext>
            </a:extLst>
          </p:cNvPr>
          <p:cNvSpPr>
            <a:spLocks noGrp="1"/>
          </p:cNvSpPr>
          <p:nvPr>
            <p:ph type="dt" sz="half" idx="10"/>
          </p:nvPr>
        </p:nvSpPr>
        <p:spPr/>
        <p:txBody>
          <a:bodyPr/>
          <a:lstStyle/>
          <a:p>
            <a:fld id="{44B9535D-D051-42EB-8A28-F1AB443577A3}" type="datetime1">
              <a:rPr lang="en-IN" smtClean="0"/>
              <a:pPr/>
              <a:t>26-03-2026</a:t>
            </a:fld>
            <a:endParaRPr lang="en-IN"/>
          </a:p>
        </p:txBody>
      </p:sp>
      <p:sp>
        <p:nvSpPr>
          <p:cNvPr id="6" name="Slide Number Placeholder 5">
            <a:extLst>
              <a:ext uri="{FF2B5EF4-FFF2-40B4-BE49-F238E27FC236}">
                <a16:creationId xmlns:a16="http://schemas.microsoft.com/office/drawing/2014/main" id="{F19E3690-5DE8-74B2-9F49-F8E32BD5AB13}"/>
              </a:ext>
            </a:extLst>
          </p:cNvPr>
          <p:cNvSpPr>
            <a:spLocks noGrp="1"/>
          </p:cNvSpPr>
          <p:nvPr>
            <p:ph type="sldNum" sz="quarter" idx="12"/>
          </p:nvPr>
        </p:nvSpPr>
        <p:spPr/>
        <p:txBody>
          <a:bodyPr/>
          <a:lstStyle/>
          <a:p>
            <a:fld id="{EFBDE1D0-70A3-4286-B02A-0760FBFFEE4B}" type="slidenum">
              <a:rPr lang="en-IN" smtClean="0"/>
              <a:pPr/>
              <a:t>13</a:t>
            </a:fld>
            <a:endParaRPr lang="en-IN"/>
          </a:p>
        </p:txBody>
      </p:sp>
      <p:sp>
        <p:nvSpPr>
          <p:cNvPr id="7" name="Rectangle 2">
            <a:extLst>
              <a:ext uri="{FF2B5EF4-FFF2-40B4-BE49-F238E27FC236}">
                <a16:creationId xmlns:a16="http://schemas.microsoft.com/office/drawing/2014/main" id="{9682BD19-E1C5-870E-4C1E-EBF8AB9557C6}"/>
              </a:ext>
            </a:extLst>
          </p:cNvPr>
          <p:cNvSpPr>
            <a:spLocks noGrp="1" noChangeArrowheads="1"/>
          </p:cNvSpPr>
          <p:nvPr>
            <p:ph idx="1"/>
          </p:nvPr>
        </p:nvSpPr>
        <p:spPr bwMode="auto">
          <a:xfrm>
            <a:off x="741145" y="1289786"/>
            <a:ext cx="7045037" cy="4991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IN" sz="2200" b="1" dirty="0">
                <a:latin typeface="Times New Roman" panose="02020603050405020304" pitchFamily="18" charset="0"/>
                <a:cs typeface="Times New Roman" panose="02020603050405020304" pitchFamily="18" charset="0"/>
              </a:rPr>
              <a:t>SOFTWARE REQUIREMENTS</a:t>
            </a:r>
          </a:p>
          <a:p>
            <a:pPr>
              <a:lnSpc>
                <a:spcPct val="150000"/>
              </a:lnSpc>
            </a:pPr>
            <a:r>
              <a:rPr lang="en-IN" sz="2200" b="1" dirty="0">
                <a:latin typeface="Times New Roman" panose="02020603050405020304" pitchFamily="18" charset="0"/>
                <a:cs typeface="Times New Roman" panose="02020603050405020304" pitchFamily="18" charset="0"/>
              </a:rPr>
              <a:t>Programming Language: </a:t>
            </a:r>
            <a:r>
              <a:rPr lang="en-IN" sz="2200" dirty="0">
                <a:latin typeface="Times New Roman" panose="02020603050405020304" pitchFamily="18" charset="0"/>
                <a:cs typeface="Times New Roman" panose="02020603050405020304" pitchFamily="18" charset="0"/>
              </a:rPr>
              <a:t>Python</a:t>
            </a:r>
          </a:p>
          <a:p>
            <a:pPr>
              <a:lnSpc>
                <a:spcPct val="150000"/>
              </a:lnSpc>
            </a:pPr>
            <a:r>
              <a:rPr lang="en-IN" sz="2200" b="1" dirty="0">
                <a:latin typeface="Times New Roman" panose="02020603050405020304" pitchFamily="18" charset="0"/>
                <a:cs typeface="Times New Roman" panose="02020603050405020304" pitchFamily="18" charset="0"/>
              </a:rPr>
              <a:t>IDE: </a:t>
            </a:r>
            <a:r>
              <a:rPr lang="en-IN" sz="2200" dirty="0">
                <a:latin typeface="Times New Roman" panose="02020603050405020304" pitchFamily="18" charset="0"/>
                <a:cs typeface="Times New Roman" panose="02020603050405020304" pitchFamily="18" charset="0"/>
              </a:rPr>
              <a:t>VS Code</a:t>
            </a:r>
          </a:p>
          <a:p>
            <a:pPr>
              <a:lnSpc>
                <a:spcPct val="150000"/>
              </a:lnSpc>
            </a:pPr>
            <a:r>
              <a:rPr lang="en-IN" sz="2200" b="1" dirty="0">
                <a:latin typeface="Times New Roman" panose="02020603050405020304" pitchFamily="18" charset="0"/>
                <a:cs typeface="Times New Roman" panose="02020603050405020304" pitchFamily="18" charset="0"/>
              </a:rPr>
              <a:t>Libraries: </a:t>
            </a:r>
            <a:r>
              <a:rPr lang="en-IN" sz="2200" dirty="0">
                <a:latin typeface="Times New Roman" panose="02020603050405020304" pitchFamily="18" charset="0"/>
                <a:cs typeface="Times New Roman" panose="02020603050405020304" pitchFamily="18" charset="0"/>
              </a:rPr>
              <a:t>NumPy, Pandas, NLTK, </a:t>
            </a:r>
            <a:r>
              <a:rPr lang="en-IN" sz="2200" dirty="0" err="1">
                <a:latin typeface="Times New Roman" panose="02020603050405020304" pitchFamily="18" charset="0"/>
                <a:cs typeface="Times New Roman" panose="02020603050405020304" pitchFamily="18" charset="0"/>
              </a:rPr>
              <a:t>SpaCy</a:t>
            </a:r>
            <a:endParaRPr lang="en-IN" sz="22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Deep Learning Frameworks: </a:t>
            </a:r>
            <a:r>
              <a:rPr lang="en-IN" sz="2200" dirty="0">
                <a:latin typeface="Times New Roman" panose="02020603050405020304" pitchFamily="18" charset="0"/>
                <a:cs typeface="Times New Roman" panose="02020603050405020304" pitchFamily="18" charset="0"/>
              </a:rPr>
              <a:t>TensorFlow</a:t>
            </a:r>
          </a:p>
          <a:p>
            <a:pPr>
              <a:lnSpc>
                <a:spcPct val="150000"/>
              </a:lnSpc>
            </a:pPr>
            <a:r>
              <a:rPr lang="en-IN" sz="2200" b="1" dirty="0">
                <a:latin typeface="Times New Roman" panose="02020603050405020304" pitchFamily="18" charset="0"/>
                <a:cs typeface="Times New Roman" panose="02020603050405020304" pitchFamily="18" charset="0"/>
              </a:rPr>
              <a:t>NLP Models: </a:t>
            </a:r>
            <a:r>
              <a:rPr lang="en-IN" sz="2200" dirty="0" err="1">
                <a:latin typeface="Times New Roman" panose="02020603050405020304" pitchFamily="18" charset="0"/>
                <a:cs typeface="Times New Roman" panose="02020603050405020304" pitchFamily="18" charset="0"/>
              </a:rPr>
              <a:t>TextBlob</a:t>
            </a:r>
            <a:r>
              <a:rPr lang="en-IN" sz="2200" dirty="0">
                <a:latin typeface="Times New Roman" panose="02020603050405020304" pitchFamily="18" charset="0"/>
                <a:cs typeface="Times New Roman" panose="02020603050405020304" pitchFamily="18" charset="0"/>
              </a:rPr>
              <a:t>, VADER, BERT, </a:t>
            </a:r>
            <a:r>
              <a:rPr lang="en-IN" sz="2200" dirty="0" err="1">
                <a:latin typeface="Times New Roman" panose="02020603050405020304" pitchFamily="18" charset="0"/>
                <a:cs typeface="Times New Roman" panose="02020603050405020304" pitchFamily="18" charset="0"/>
              </a:rPr>
              <a:t>RoBERTa</a:t>
            </a:r>
            <a:endParaRPr lang="en-IN" sz="22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API: </a:t>
            </a:r>
            <a:r>
              <a:rPr lang="en-IN" sz="2200" dirty="0">
                <a:latin typeface="Times New Roman" panose="02020603050405020304" pitchFamily="18" charset="0"/>
                <a:cs typeface="Times New Roman" panose="02020603050405020304" pitchFamily="18" charset="0"/>
              </a:rPr>
              <a:t>YouTube Data API</a:t>
            </a:r>
          </a:p>
          <a:p>
            <a:pPr>
              <a:lnSpc>
                <a:spcPct val="150000"/>
              </a:lnSpc>
            </a:pPr>
            <a:r>
              <a:rPr lang="en-IN" sz="2200" b="1" dirty="0">
                <a:latin typeface="Times New Roman" panose="02020603050405020304" pitchFamily="18" charset="0"/>
                <a:cs typeface="Times New Roman" panose="02020603050405020304" pitchFamily="18" charset="0"/>
              </a:rPr>
              <a:t>Visualization Tool: </a:t>
            </a:r>
            <a:r>
              <a:rPr lang="en-IN" sz="2200" dirty="0" err="1">
                <a:latin typeface="Times New Roman" panose="02020603050405020304" pitchFamily="18" charset="0"/>
                <a:cs typeface="Times New Roman" panose="02020603050405020304" pitchFamily="18" charset="0"/>
              </a:rPr>
              <a:t>Streamlit</a:t>
            </a:r>
            <a:endParaRPr lang="en-IN" sz="2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2B8A126-DEFA-5C17-0B75-C52AE0F8320E}"/>
              </a:ext>
            </a:extLst>
          </p:cNvPr>
          <p:cNvSpPr txBox="1"/>
          <p:nvPr/>
        </p:nvSpPr>
        <p:spPr>
          <a:xfrm>
            <a:off x="7266673" y="1321639"/>
            <a:ext cx="6096000" cy="2570704"/>
          </a:xfrm>
          <a:prstGeom prst="rect">
            <a:avLst/>
          </a:prstGeom>
          <a:noFill/>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HARDWARE REQUIREMENTS</a:t>
            </a:r>
          </a:p>
          <a:p>
            <a:pPr marL="342900" indent="-342900">
              <a:lnSpc>
                <a:spcPct val="150000"/>
              </a:lnSpc>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Processor: </a:t>
            </a:r>
            <a:r>
              <a:rPr lang="en-US" sz="2200" dirty="0">
                <a:latin typeface="Times New Roman" panose="02020603050405020304" pitchFamily="18" charset="0"/>
                <a:cs typeface="Times New Roman" panose="02020603050405020304" pitchFamily="18" charset="0"/>
              </a:rPr>
              <a:t>Intel i5 or higher</a:t>
            </a:r>
          </a:p>
          <a:p>
            <a:pPr marL="342900" indent="-342900">
              <a:lnSpc>
                <a:spcPct val="150000"/>
              </a:lnSpc>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RAM: </a:t>
            </a:r>
            <a:r>
              <a:rPr lang="en-US" sz="2200" dirty="0">
                <a:latin typeface="Times New Roman" panose="02020603050405020304" pitchFamily="18" charset="0"/>
                <a:cs typeface="Times New Roman" panose="02020603050405020304" pitchFamily="18" charset="0"/>
              </a:rPr>
              <a:t>Minimum 8 GB</a:t>
            </a:r>
          </a:p>
          <a:p>
            <a:pPr marL="342900" indent="-342900">
              <a:lnSpc>
                <a:spcPct val="150000"/>
              </a:lnSpc>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Storage: </a:t>
            </a:r>
            <a:r>
              <a:rPr lang="en-US" sz="2200" dirty="0">
                <a:latin typeface="Times New Roman" panose="02020603050405020304" pitchFamily="18" charset="0"/>
                <a:cs typeface="Times New Roman" panose="02020603050405020304" pitchFamily="18" charset="0"/>
              </a:rPr>
              <a:t>20 GB free space</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Internet connection</a:t>
            </a:r>
          </a:p>
        </p:txBody>
      </p:sp>
    </p:spTree>
    <p:extLst>
      <p:ext uri="{BB962C8B-B14F-4D97-AF65-F5344CB8AC3E}">
        <p14:creationId xmlns:p14="http://schemas.microsoft.com/office/powerpoint/2010/main" val="191379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8733" y="381000"/>
            <a:ext cx="11049000" cy="769441"/>
          </a:xfrm>
          <a:prstGeom prst="rect">
            <a:avLst/>
          </a:prstGeom>
          <a:noFill/>
        </p:spPr>
        <p:txBody>
          <a:bodyPr wrap="square" rtlCol="0">
            <a:spAutoFit/>
          </a:bodyPr>
          <a:lstStyle/>
          <a:p>
            <a:r>
              <a:rPr lang="en-US" sz="4400" dirty="0">
                <a:latin typeface="Times New Roman" pitchFamily="18" charset="0"/>
                <a:cs typeface="Times New Roman" pitchFamily="18" charset="0"/>
              </a:rPr>
              <a:t>GANTT CHART</a:t>
            </a:r>
            <a:endParaRPr lang="en-GB" sz="4400" dirty="0">
              <a:latin typeface="Times New Roman" pitchFamily="18" charset="0"/>
              <a:cs typeface="Times New Roman"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p:blipFill>
        <p:spPr>
          <a:xfrm>
            <a:off x="2007396" y="1314289"/>
            <a:ext cx="8177207" cy="4878213"/>
          </a:xfrm>
          <a:prstGeom prst="rect">
            <a:avLst/>
          </a:prstGeom>
        </p:spPr>
      </p:pic>
      <p:sp>
        <p:nvSpPr>
          <p:cNvPr id="4" name="Date Placeholder 3"/>
          <p:cNvSpPr>
            <a:spLocks noGrp="1"/>
          </p:cNvSpPr>
          <p:nvPr>
            <p:ph type="dt" sz="half" idx="10"/>
          </p:nvPr>
        </p:nvSpPr>
        <p:spPr/>
        <p:txBody>
          <a:bodyPr/>
          <a:lstStyle/>
          <a:p>
            <a:fld id="{62F73600-C362-4D3A-B60F-5747265BFC96}"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8742"/>
          </a:xfrm>
        </p:spPr>
        <p:txBody>
          <a:bodyPr/>
          <a:lstStyle/>
          <a:p>
            <a:r>
              <a:rPr lang="en-US" sz="3600" b="1" dirty="0">
                <a:latin typeface="Times New Roman" pitchFamily="18" charset="0"/>
                <a:cs typeface="Times New Roman" pitchFamily="18" charset="0"/>
              </a:rPr>
              <a:t>CONCLUSION</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63133"/>
            <a:ext cx="10515600" cy="4813830"/>
          </a:xfrm>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This project helps to understand people’s opinions from YouTube comments easily.</a:t>
            </a:r>
          </a:p>
          <a:p>
            <a:pPr>
              <a:lnSpc>
                <a:spcPct val="150000"/>
              </a:lnSpc>
            </a:pPr>
            <a:r>
              <a:rPr lang="en-US" sz="2200" dirty="0">
                <a:latin typeface="Times New Roman" panose="02020603050405020304" pitchFamily="18" charset="0"/>
                <a:cs typeface="Times New Roman" panose="02020603050405020304" pitchFamily="18" charset="0"/>
              </a:rPr>
              <a:t>It saves time by automatically analyzing a large number of comments.</a:t>
            </a:r>
          </a:p>
          <a:p>
            <a:pPr>
              <a:lnSpc>
                <a:spcPct val="150000"/>
              </a:lnSpc>
            </a:pPr>
            <a:r>
              <a:rPr lang="en-US" sz="2200" dirty="0">
                <a:latin typeface="Times New Roman" panose="02020603050405020304" pitchFamily="18" charset="0"/>
                <a:cs typeface="Times New Roman" panose="02020603050405020304" pitchFamily="18" charset="0"/>
              </a:rPr>
              <a:t>The system works for different languages and mixed-language comments.</a:t>
            </a:r>
          </a:p>
          <a:p>
            <a:pPr>
              <a:lnSpc>
                <a:spcPct val="150000"/>
              </a:lnSpc>
            </a:pPr>
            <a:r>
              <a:rPr lang="en-US" sz="2200" dirty="0">
                <a:latin typeface="Times New Roman" panose="02020603050405020304" pitchFamily="18" charset="0"/>
                <a:cs typeface="Times New Roman" panose="02020603050405020304" pitchFamily="18" charset="0"/>
              </a:rPr>
              <a:t>The results are shown in simple graphs, making them easy to understand.</a:t>
            </a:r>
          </a:p>
        </p:txBody>
      </p:sp>
      <p:sp>
        <p:nvSpPr>
          <p:cNvPr id="4" name="Date Placeholder 3"/>
          <p:cNvSpPr>
            <a:spLocks noGrp="1"/>
          </p:cNvSpPr>
          <p:nvPr>
            <p:ph type="dt" sz="half" idx="10"/>
          </p:nvPr>
        </p:nvSpPr>
        <p:spPr/>
        <p:txBody>
          <a:bodyPr/>
          <a:lstStyle/>
          <a:p>
            <a:fld id="{3C4644E6-9AA5-4DF6-A1C3-CE35B9288881}"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642" y="173255"/>
            <a:ext cx="10567290" cy="856648"/>
          </a:xfrm>
        </p:spPr>
        <p:txBody>
          <a:bodyPr>
            <a:normAutofit/>
          </a:bodyPr>
          <a:lstStyle/>
          <a:p>
            <a:pPr algn="just"/>
            <a:r>
              <a:rPr lang="en-US" sz="3600" b="1" dirty="0">
                <a:latin typeface="Times New Roman" pitchFamily="18" charset="0"/>
                <a:cs typeface="Times New Roman" pitchFamily="18" charset="0"/>
              </a:rPr>
              <a:t>  REFERENCES</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0515600" cy="5284270"/>
          </a:xfrm>
        </p:spPr>
        <p:txBody>
          <a:bodyPr>
            <a:normAutofit/>
          </a:bodyPr>
          <a:lstStyle/>
          <a:p>
            <a:pPr algn="just">
              <a:lnSpc>
                <a:spcPct val="150000"/>
              </a:lnSpc>
              <a:buNone/>
            </a:pPr>
            <a:r>
              <a:rPr lang="en-GB" sz="2400" dirty="0">
                <a:latin typeface="Times New Roman" pitchFamily="18" charset="0"/>
                <a:cs typeface="Times New Roman" pitchFamily="18" charset="0"/>
              </a:rPr>
              <a:t>[1] A. </a:t>
            </a:r>
            <a:r>
              <a:rPr lang="en-GB" sz="2400" dirty="0" err="1">
                <a:latin typeface="Times New Roman" pitchFamily="18" charset="0"/>
                <a:cs typeface="Times New Roman" pitchFamily="18" charset="0"/>
              </a:rPr>
              <a:t>Amangeldi</a:t>
            </a:r>
            <a:r>
              <a:rPr lang="en-GB" sz="2400" dirty="0">
                <a:latin typeface="Times New Roman" pitchFamily="18" charset="0"/>
                <a:cs typeface="Times New Roman" pitchFamily="18" charset="0"/>
              </a:rPr>
              <a:t> et al., "Understanding Environmental Posts: Sentiment and Emotion Analysis of Social Media Data," </a:t>
            </a:r>
            <a:r>
              <a:rPr lang="en-GB" sz="2400" i="1" dirty="0">
                <a:latin typeface="Times New Roman" pitchFamily="18" charset="0"/>
                <a:cs typeface="Times New Roman" pitchFamily="18" charset="0"/>
              </a:rPr>
              <a:t>IEEE Transactions on Computational Social Systems</a:t>
            </a:r>
            <a:r>
              <a:rPr lang="en-GB" sz="2400" dirty="0">
                <a:latin typeface="Times New Roman" pitchFamily="18" charset="0"/>
                <a:cs typeface="Times New Roman" pitchFamily="18" charset="0"/>
              </a:rPr>
              <a:t>, vol. 11, no. 2, pp. 1-10, 2024.</a:t>
            </a:r>
          </a:p>
          <a:p>
            <a:pPr algn="just">
              <a:lnSpc>
                <a:spcPct val="150000"/>
              </a:lnSpc>
              <a:buNone/>
            </a:pPr>
            <a:r>
              <a:rPr lang="en-GB" sz="2400" dirty="0">
                <a:latin typeface="Times New Roman" pitchFamily="18" charset="0"/>
                <a:cs typeface="Times New Roman" pitchFamily="18" charset="0"/>
              </a:rPr>
              <a:t>[2] I. </a:t>
            </a:r>
            <a:r>
              <a:rPr lang="en-GB" sz="2400" dirty="0" err="1">
                <a:latin typeface="Times New Roman" pitchFamily="18" charset="0"/>
                <a:cs typeface="Times New Roman" pitchFamily="18" charset="0"/>
              </a:rPr>
              <a:t>Ibrohim</a:t>
            </a:r>
            <a:r>
              <a:rPr lang="en-GB" sz="2400" dirty="0">
                <a:latin typeface="Times New Roman" pitchFamily="18" charset="0"/>
                <a:cs typeface="Times New Roman" pitchFamily="18" charset="0"/>
              </a:rPr>
              <a:t> et al., "Sentiment Analysis for the Natural Environment: A Systematic Review," </a:t>
            </a:r>
            <a:r>
              <a:rPr lang="en-GB" sz="2400" i="1" dirty="0">
                <a:latin typeface="Times New Roman" pitchFamily="18" charset="0"/>
                <a:cs typeface="Times New Roman" pitchFamily="18" charset="0"/>
              </a:rPr>
              <a:t>Journal of Artificial Intelligence Research</a:t>
            </a:r>
            <a:r>
              <a:rPr lang="en-GB" sz="2400" dirty="0">
                <a:latin typeface="Times New Roman" pitchFamily="18" charset="0"/>
                <a:cs typeface="Times New Roman" pitchFamily="18" charset="0"/>
              </a:rPr>
              <a:t>, vol. 15, no. 4, pp. 50-65, 2024.</a:t>
            </a:r>
          </a:p>
          <a:p>
            <a:pPr algn="just">
              <a:lnSpc>
                <a:spcPct val="150000"/>
              </a:lnSpc>
              <a:buNone/>
            </a:pPr>
            <a:r>
              <a:rPr lang="en-GB" sz="2400" dirty="0">
                <a:latin typeface="Times New Roman" pitchFamily="18" charset="0"/>
                <a:cs typeface="Times New Roman" pitchFamily="18" charset="0"/>
              </a:rPr>
              <a:t>[3] B. Bryan-Smith et al., "Real-Time Social Media Sentiment Analysis for Rapid Impact Assessment," </a:t>
            </a:r>
            <a:r>
              <a:rPr lang="en-GB" sz="2400" i="1" dirty="0">
                <a:latin typeface="Times New Roman" pitchFamily="18" charset="0"/>
                <a:cs typeface="Times New Roman" pitchFamily="18" charset="0"/>
              </a:rPr>
              <a:t>IEEE Access</a:t>
            </a:r>
            <a:r>
              <a:rPr lang="en-GB" sz="2400" dirty="0">
                <a:latin typeface="Times New Roman" pitchFamily="18" charset="0"/>
                <a:cs typeface="Times New Roman" pitchFamily="18" charset="0"/>
              </a:rPr>
              <a:t>, vol. 30, no. 5, pp. 1200-1215, 2023.</a:t>
            </a:r>
          </a:p>
          <a:p>
            <a:pPr>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818A43E-0F18-4347-B955-CD6F9C173D2C}"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16</a:t>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23945" y="780449"/>
            <a:ext cx="10888133" cy="5019131"/>
          </a:xfrm>
          <a:prstGeom prst="rect">
            <a:avLst/>
          </a:prstGeom>
          <a:noFill/>
        </p:spPr>
        <p:txBody>
          <a:bodyPr wrap="square" rtlCol="0">
            <a:spAutoFit/>
          </a:bodyPr>
          <a:lstStyle/>
          <a:p>
            <a:pPr algn="just">
              <a:lnSpc>
                <a:spcPct val="150000"/>
              </a:lnSpc>
            </a:pPr>
            <a:r>
              <a:rPr lang="en-GB" sz="2400" dirty="0">
                <a:latin typeface="Times New Roman" panose="02020603050405020304" pitchFamily="18" charset="0"/>
                <a:cs typeface="Times New Roman" pitchFamily="18" charset="0"/>
              </a:rPr>
              <a:t>[4] </a:t>
            </a:r>
            <a:r>
              <a:rPr lang="en-US" sz="2400" dirty="0">
                <a:latin typeface="Times New Roman" panose="02020603050405020304" pitchFamily="18" charset="0"/>
                <a:cs typeface="Times New Roman" pitchFamily="18" charset="0"/>
              </a:rPr>
              <a:t>A. </a:t>
            </a:r>
            <a:r>
              <a:rPr lang="en-US" sz="2400" dirty="0" err="1">
                <a:latin typeface="Times New Roman" panose="02020603050405020304" pitchFamily="18" charset="0"/>
                <a:cs typeface="Times New Roman" pitchFamily="18" charset="0"/>
              </a:rPr>
              <a:t>Tolebav</a:t>
            </a:r>
            <a:r>
              <a:rPr lang="en-US" sz="2400" dirty="0">
                <a:latin typeface="Times New Roman" panose="02020603050405020304" pitchFamily="18" charset="0"/>
                <a:cs typeface="Times New Roman" pitchFamily="18" charset="0"/>
              </a:rPr>
              <a:t> </a:t>
            </a:r>
            <a:r>
              <a:rPr lang="en-US" sz="2400" dirty="0" err="1">
                <a:latin typeface="Times New Roman" panose="02020603050405020304" pitchFamily="18" charset="0"/>
                <a:cs typeface="Times New Roman" pitchFamily="18" charset="0"/>
              </a:rPr>
              <a:t>Nurlanuly</a:t>
            </a:r>
            <a:r>
              <a:rPr lang="en-US" sz="2400" dirty="0">
                <a:latin typeface="Times New Roman" panose="02020603050405020304" pitchFamily="18" charset="0"/>
                <a:cs typeface="Times New Roman" pitchFamily="18" charset="0"/>
              </a:rPr>
              <a:t>, “Sentiment Analysis of Texts from Social Networks Based on Machine Learning Methods,” Journal of Information Processing Systems, vol. 19, no. 3, pp. 420–432, 2025.</a:t>
            </a:r>
          </a:p>
          <a:p>
            <a:pPr algn="just">
              <a:lnSpc>
                <a:spcPct val="150000"/>
              </a:lnSpc>
            </a:pPr>
            <a:r>
              <a:rPr lang="en-GB" sz="2400" dirty="0">
                <a:latin typeface="Times New Roman" panose="02020603050405020304" pitchFamily="18" charset="0"/>
                <a:cs typeface="Times New Roman" pitchFamily="18" charset="0"/>
              </a:rPr>
              <a:t>[5] </a:t>
            </a:r>
            <a:r>
              <a:rPr lang="en-US" sz="2400" dirty="0">
                <a:latin typeface="Times New Roman" panose="02020603050405020304" pitchFamily="18" charset="0"/>
                <a:cs typeface="Times New Roman" pitchFamily="18" charset="0"/>
              </a:rPr>
              <a:t>S. Arun Kumar and A. Geetha, “Emotion Detection from Text Using NLP Techniques,” International Journal of Intelligent Systems and Applications in Engineering, vol. 12, no. 14S, pp. 609–615, 2024.</a:t>
            </a:r>
          </a:p>
          <a:p>
            <a:pPr algn="just">
              <a:lnSpc>
                <a:spcPct val="150000"/>
              </a:lnSpc>
            </a:pPr>
            <a:r>
              <a:rPr lang="en-GB" sz="2400" dirty="0">
                <a:latin typeface="Times New Roman" panose="02020603050405020304" pitchFamily="18" charset="0"/>
                <a:cs typeface="Times New Roman" pitchFamily="18" charset="0"/>
              </a:rPr>
              <a:t>[6] </a:t>
            </a:r>
            <a:r>
              <a:rPr lang="en-US" sz="2400" dirty="0">
                <a:latin typeface="Times New Roman" panose="02020603050405020304" pitchFamily="18" charset="0"/>
                <a:cs typeface="Times New Roman" panose="02020603050405020304" pitchFamily="18" charset="0"/>
              </a:rPr>
              <a:t>D. Vidhya, G. </a:t>
            </a:r>
            <a:r>
              <a:rPr lang="en-US" sz="2400" dirty="0" err="1">
                <a:latin typeface="Times New Roman" panose="02020603050405020304" pitchFamily="18" charset="0"/>
                <a:cs typeface="Times New Roman" panose="02020603050405020304" pitchFamily="18" charset="0"/>
              </a:rPr>
              <a:t>Sivaselvan</a:t>
            </a:r>
            <a:r>
              <a:rPr lang="en-US" sz="2400" dirty="0">
                <a:latin typeface="Times New Roman" panose="02020603050405020304" pitchFamily="18" charset="0"/>
                <a:cs typeface="Times New Roman" panose="02020603050405020304" pitchFamily="18" charset="0"/>
              </a:rPr>
              <a:t>, and V. Vennila, “Techniques of Opinion Mining and Sentiment Analysis: A Survey,” Int. J. Commun. </a:t>
            </a:r>
            <a:r>
              <a:rPr lang="en-US" sz="2400" dirty="0" err="1">
                <a:latin typeface="Times New Roman" panose="02020603050405020304" pitchFamily="18" charset="0"/>
                <a:cs typeface="Times New Roman" panose="02020603050405020304" pitchFamily="18" charset="0"/>
              </a:rPr>
              <a:t>Comput</a:t>
            </a:r>
            <a:r>
              <a:rPr lang="en-US" sz="2400" dirty="0">
                <a:latin typeface="Times New Roman" panose="02020603050405020304" pitchFamily="18" charset="0"/>
                <a:cs typeface="Times New Roman" panose="02020603050405020304" pitchFamily="18" charset="0"/>
              </a:rPr>
              <a:t>. Technol., vol. 3, no. 2, pp. 72–78, 2023.</a:t>
            </a:r>
            <a:endParaRPr lang="en-GB" sz="2400" dirty="0">
              <a:latin typeface="Times New Roman" panose="02020603050405020304" pitchFamily="18" charset="0"/>
              <a:cs typeface="Times New Roman" pitchFamily="18" charset="0"/>
            </a:endParaRPr>
          </a:p>
        </p:txBody>
      </p:sp>
      <p:sp>
        <p:nvSpPr>
          <p:cNvPr id="3" name="Date Placeholder 2"/>
          <p:cNvSpPr>
            <a:spLocks noGrp="1"/>
          </p:cNvSpPr>
          <p:nvPr>
            <p:ph type="dt" sz="half" idx="10"/>
          </p:nvPr>
        </p:nvSpPr>
        <p:spPr/>
        <p:txBody>
          <a:bodyPr/>
          <a:lstStyle/>
          <a:p>
            <a:fld id="{1E058E72-F26C-4784-A516-4AD4A7326504}" type="datetime1">
              <a:rPr lang="en-IN" smtClean="0"/>
              <a:pPr/>
              <a:t>26-03-2026</a:t>
            </a:fld>
            <a:endParaRPr lang="en-IN"/>
          </a:p>
        </p:txBody>
      </p:sp>
      <p:sp>
        <p:nvSpPr>
          <p:cNvPr id="5" name="Slide Number Placeholder 4"/>
          <p:cNvSpPr>
            <a:spLocks noGrp="1"/>
          </p:cNvSpPr>
          <p:nvPr>
            <p:ph type="sldNum" sz="quarter" idx="12"/>
          </p:nvPr>
        </p:nvSpPr>
        <p:spPr/>
        <p:txBody>
          <a:bodyPr/>
          <a:lstStyle/>
          <a:p>
            <a:fld id="{EFBDE1D0-70A3-4286-B02A-0760FBFFEE4B}"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86559" y="1242202"/>
            <a:ext cx="7744408" cy="2800767"/>
          </a:xfrm>
          <a:prstGeom prst="rect">
            <a:avLst/>
          </a:prstGeom>
          <a:noFill/>
        </p:spPr>
        <p:txBody>
          <a:bodyPr wrap="square" rtlCol="0">
            <a:spAutoFit/>
          </a:bodyPr>
          <a:lstStyle/>
          <a:p>
            <a:r>
              <a:rPr lang="en-US" sz="8800" b="1" dirty="0">
                <a:latin typeface="Times New Roman" pitchFamily="18" charset="0"/>
                <a:cs typeface="Times New Roman" pitchFamily="18" charset="0"/>
              </a:rPr>
              <a:t>                                                                                        THANK YOU</a:t>
            </a:r>
            <a:endParaRPr lang="en-GB" sz="8800" b="1" dirty="0">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7B7B5B23-B929-4144-95E5-4679D742AD49}" type="datetime1">
              <a:rPr lang="en-IN" smtClean="0"/>
              <a:pPr/>
              <a:t>26-03-2026</a:t>
            </a:fld>
            <a:endParaRPr lang="en-IN"/>
          </a:p>
        </p:txBody>
      </p:sp>
      <p:sp>
        <p:nvSpPr>
          <p:cNvPr id="4" name="Slide Number Placeholder 3"/>
          <p:cNvSpPr>
            <a:spLocks noGrp="1"/>
          </p:cNvSpPr>
          <p:nvPr>
            <p:ph type="sldNum" sz="quarter" idx="12"/>
          </p:nvPr>
        </p:nvSpPr>
        <p:spPr/>
        <p:txBody>
          <a:bodyPr/>
          <a:lstStyle/>
          <a:p>
            <a:fld id="{EFBDE1D0-70A3-4286-B02A-0760FBFFEE4B}" type="slidenum">
              <a:rPr lang="en-IN" smtClean="0"/>
              <a:pPr/>
              <a:t>18</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A4ABAC5107E249BCD9715A37A9CB03" ma:contentTypeVersion="1" ma:contentTypeDescription="Create a new document." ma:contentTypeScope="" ma:versionID="f12200474c50e68c70a5b5c9c4a99e27">
  <xsd:schema xmlns:xsd="http://www.w3.org/2001/XMLSchema" xmlns:xs="http://www.w3.org/2001/XMLSchema" xmlns:p="http://schemas.microsoft.com/office/2006/metadata/properties" xmlns:ns3="2db5b276-6d73-444f-bd50-0c57e8defaa3" targetNamespace="http://schemas.microsoft.com/office/2006/metadata/properties" ma:root="true" ma:fieldsID="ef6c13222d0dbc8b497fcb35cafd701c" ns3:_="">
    <xsd:import namespace="2db5b276-6d73-444f-bd50-0c57e8defaa3"/>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b5b276-6d73-444f-bd50-0c57e8defaa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8F69BA-2192-47A8-B6AD-C16D208E99DA}">
  <ds:schemaRefs>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dcmitype/"/>
    <ds:schemaRef ds:uri="2db5b276-6d73-444f-bd50-0c57e8defaa3"/>
    <ds:schemaRef ds:uri="http://www.w3.org/XML/1998/namespace"/>
    <ds:schemaRef ds:uri="http://purl.org/dc/elements/1.1/"/>
  </ds:schemaRefs>
</ds:datastoreItem>
</file>

<file path=customXml/itemProps2.xml><?xml version="1.0" encoding="utf-8"?>
<ds:datastoreItem xmlns:ds="http://schemas.openxmlformats.org/officeDocument/2006/customXml" ds:itemID="{614D0655-FAEB-4046-B011-91DECBF958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b5b276-6d73-444f-bd50-0c57e8defaa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E2B1D11-6118-417B-826A-181EA17D61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2827</TotalTime>
  <Words>1312</Words>
  <Application>Microsoft Office PowerPoint</Application>
  <PresentationFormat>Widescreen</PresentationFormat>
  <Paragraphs>176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University College of Engineering (BIT Campus) Anna University, Tiruchirappalli -620024</vt:lpstr>
      <vt:lpstr>INTRODUCTION</vt:lpstr>
      <vt:lpstr>ABSTRACT</vt:lpstr>
      <vt:lpstr>  OBJECTIVES</vt:lpstr>
      <vt:lpstr>PROBLEM STATEMENT</vt:lpstr>
      <vt:lpstr>   PROPOSED WORK </vt:lpstr>
      <vt:lpstr> LITERATURE SURVEY</vt:lpstr>
      <vt:lpstr>PowerPoint Presentation</vt:lpstr>
      <vt:lpstr>PowerPoint Presentation</vt:lpstr>
      <vt:lpstr>METHODS AND TECHNIQUES</vt:lpstr>
      <vt:lpstr>MODULES DESCRIPTION</vt:lpstr>
      <vt:lpstr>REQUIREMENT ANALYSIS</vt:lpstr>
      <vt:lpstr>REQUIREMENT ANALYSIS</vt:lpstr>
      <vt:lpstr>PowerPoint Presentation</vt:lpstr>
      <vt:lpstr>CONCLUSION</vt:lpstr>
      <vt:lpstr>  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College of Engineering (BIT Campus) Anna University, Tiruchirappalli</dc:title>
  <dc:creator>Muthu Raj</dc:creator>
  <cp:lastModifiedBy>Siva Seenu</cp:lastModifiedBy>
  <cp:revision>217</cp:revision>
  <dcterms:created xsi:type="dcterms:W3CDTF">2024-02-20T20:57:44Z</dcterms:created>
  <dcterms:modified xsi:type="dcterms:W3CDTF">2026-03-26T04:58:39Z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0x01010081A4ABAC5107E249BCD9715A37A9CB03</vt:lpwstr>
  </property>
</Properties>
</file>